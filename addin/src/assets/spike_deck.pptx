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2.xml" ContentType="application/vnd.openxmlformats-officedocument.drawingml.chart+xml"/>
  <Override PartName="/ppt/charts/chartEx1.xml" ContentType="application/vnd.ms-office.chartex+xml"/>
  <Override PartName="/ppt/charts/colors1.xml" ContentType="application/vnd.ms-office.chartcolorstyle+xml"/>
  <Override PartName="/ppt/charts/style1.xml" ContentType="application/vnd.ms-office.chartstyle+xml"/>
  <Override PartName="/ppt/embeddings/oleObject1.bin" ContentType="application/vnd.openxmlformats-officedocument.oleObject"/>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9" r:id="rId1"/>
  </p:sldMasterIdLst>
  <p:notesMasterIdLst>
    <p:notesMasterId r:id="rId9"/>
  </p:notesMasterIdLst>
  <p:handoutMasterIdLst>
    <p:handoutMasterId r:id="rId10"/>
  </p:handoutMasterIdLst>
  <p:sldIdLst>
    <p:sldId id="256" r:id="rId8"/>
    <p:sldId id="257" r:id="rId7"/>
    <p:sldId id="258" r:id="rId6"/>
    <p:sldId id="259" r:id="rId5"/>
    <p:sldId id="260" r:id="rId4"/>
  </p:sldIdLst>
  <p:sldSz cx="12192000" cy="6858000"/>
  <p:notesSz cx="6858000" cy="9144000"/>
  <p:embeddedFontLst>
    <p:embeddedFont>
      <p:font typeface="Marsh Serif" pitchFamily="2" charset="77"/>
      <p:regular r:id="rId11"/>
      <p:italic r:id="rId12"/>
    </p:embeddedFont>
    <p:embeddedFont>
      <p:font typeface="Noto Sans" panose="020B0502040504020204" pitchFamily="34" charset="0"/>
      <p:regular r:id="rId13"/>
      <p:bold r:id="rId14"/>
      <p:italic r:id="rId15"/>
      <p:boldItalic r:id="rId16"/>
    </p:embeddedFont>
  </p:embeddedFont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9DD9DD-9E6C-4910-8AC0-68ADFF6A6AFC}">
  <a:tblStyle styleId="{839DD9DD-9E6C-4910-8AC0-68ADFF6A6AFC}" styleName="OW Table 1">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DEE88F5C-1499-4FF7-93D6-36A3AE1B8DDA}" styleName="OW Table 2">
    <a:wholeTbl>
      <a:tcStyle>
        <a:tcBdr>
          <a:left>
            <a:ln>
              <a:noFill/>
            </a:ln>
          </a:left>
          <a:right>
            <a:ln>
              <a:noFill/>
            </a:ln>
          </a:right>
          <a:top>
            <a:ln>
              <a:noFill/>
            </a:ln>
          </a:top>
          <a:bottom>
            <a:ln cmpd="sng">
              <a:noFill/>
            </a:ln>
          </a:bottom>
          <a:insideH>
            <a:ln w="9525" cmpd="sng">
              <a:solidFill>
                <a:srgbClr val="D1CEC9"/>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C1A551C0-2026-AC11-E31C-4D4D43000001}" styleName="OW Table 3">
    <a:wholeTbl>
      <a:tcStyle>
        <a:tcBdr>
          <a:left>
            <a:ln>
              <a:noFill/>
            </a:ln>
          </a:left>
          <a:right>
            <a:ln>
              <a:noFill/>
            </a:ln>
          </a:right>
          <a:top>
            <a:ln>
              <a:noFill/>
            </a:ln>
          </a:top>
          <a:bottom>
            <a:ln>
              <a:noFill/>
            </a:ln>
          </a:bottom>
          <a:insideH>
            <a:ln w="9525" cmpd="sng">
              <a:solidFill>
                <a:srgbClr val="D1CEC9"/>
              </a:solidFill>
            </a:ln>
          </a:insideH>
          <a:insideV>
            <a:ln>
              <a:noFill/>
            </a:ln>
          </a:insideV>
        </a:tcBdr>
      </a:tcStyle>
    </a:wholeTbl>
    <a:band1H>
      <a:tcStyle>
        <a:tcBdr/>
      </a:tcStyle>
    </a:band1H>
    <a:band2H>
      <a:tcTxStyle>
        <a:fontRef idx="minor">
          <a:prstClr val="black"/>
        </a:fontRef>
        <a:schemeClr val="accent1"/>
      </a:tcTxStyle>
      <a:tcStyle>
        <a:tcBdr>
          <a:left>
            <a:ln>
              <a:noFill/>
            </a:ln>
          </a:left>
          <a:right>
            <a:ln>
              <a:noFill/>
            </a:ln>
          </a:right>
          <a:top>
            <a:ln>
              <a:noFill/>
            </a:ln>
          </a:top>
          <a:bottom>
            <a:ln>
              <a:noFill/>
            </a:ln>
          </a:bottom>
          <a:insideH>
            <a:ln>
              <a:noFill/>
            </a:ln>
          </a:insideH>
          <a:insideV>
            <a:ln>
              <a:noFill/>
            </a:ln>
          </a:insideV>
        </a:tcBdr>
        <a:fill>
          <a:solidFill>
            <a:srgbClr val="F7F3EE"/>
          </a:solidFill>
        </a:fill>
      </a:tcStyle>
    </a:band2H>
    <a:band1V>
      <a:tcTxStyle>
        <a:fontRef idx="minor">
          <a:prstClr val="black"/>
        </a:fontRef>
        <a:schemeClr val="accent1"/>
      </a:tcTxStyle>
      <a:tcStyle>
        <a:tcBdr/>
        <a:fill>
          <a:solidFill>
            <a:srgbClr val="F7F3EE"/>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 styleId="{BFED5174-02BB-453E-812A-08A1B9408351}" styleName="OW Table 4 (for dark bg)">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band1H>
      <a:tcStyle>
        <a:tcBdr/>
      </a:tcStyle>
    </a:band1H>
    <a:band2H>
      <a:tcStyle>
        <a:tcBdr>
          <a:left>
            <a:ln>
              <a:noFill/>
            </a:ln>
          </a:left>
          <a:right>
            <a:ln>
              <a:noFill/>
            </a:ln>
          </a:right>
          <a:top>
            <a:ln>
              <a:noFill/>
            </a:ln>
          </a:top>
          <a:bottom>
            <a:ln>
              <a:noFill/>
            </a:ln>
          </a:bottom>
          <a:insideH>
            <a:ln>
              <a:noFill/>
            </a:ln>
          </a:insideH>
          <a:insideV>
            <a:ln>
              <a:noFill/>
            </a:ln>
          </a:insideV>
        </a:tcBdr>
        <a:fill>
          <a:solidFill>
            <a:srgbClr val="FFFFFF">
              <a:alpha val="14902"/>
            </a:srgbClr>
          </a:solidFill>
        </a:fill>
      </a:tcStyle>
    </a:band2H>
    <a:band1V>
      <a:tcStyle>
        <a:tcBdr/>
        <a:fill>
          <a:solidFill>
            <a:srgbClr val="FFFFFF">
              <a:alpha val="14902"/>
            </a:srgbClr>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63" autoAdjust="0"/>
    <p:restoredTop sz="94660"/>
  </p:normalViewPr>
  <p:slideViewPr>
    <p:cSldViewPr snapToGrid="0" showGuides="1">
      <p:cViewPr varScale="1">
        <p:scale>
          <a:sx n="123" d="100"/>
          <a:sy n="123" d="100"/>
        </p:scale>
        <p:origin x="8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tags" Target="tags/tag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Ex1.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microsoft.com/office/2011/relationships/chartColorStyle" Target="colors1.xml"/><Relationship Id="rId3" Type="http://schemas.microsoft.com/office/2011/relationships/chartStyle" Target="style1.xml"/></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Sheet1!$A$2:$A$6</c:f>
              <c:strCache>
                <c:ptCount val="5"/>
                <c:pt idx="0">
                  <c:v>Start</c:v>
                </c:pt>
                <c:pt idx="1">
                  <c:v>+Vertrieb</c:v>
                </c:pt>
                <c:pt idx="2">
                  <c:v>+Preis</c:v>
                </c:pt>
                <c:pt idx="3">
                  <c:v>-Kosten</c:v>
                </c:pt>
                <c:pt idx="4">
                  <c:v>Ende</c:v>
                </c:pt>
              </c:strCache>
            </c:strRef>
          </c:cat>
          <c:val>
            <c:numRef>
              <c:f>Sheet1!$B$2:$B$6</c:f>
              <c:numCache>
                <c:formatCode>General</c:formatCode>
                <c:ptCount val="5"/>
                <c:pt idx="0">
                  <c:v>0.0</c:v>
                </c:pt>
                <c:pt idx="1">
                  <c:v>10000.0</c:v>
                </c:pt>
                <c:pt idx="2">
                  <c:v>13000.0</c:v>
                </c:pt>
                <c:pt idx="3">
                  <c:v>12500.0</c:v>
                </c:pt>
                <c:pt idx="4">
                  <c:v>0.0</c:v>
                </c:pt>
              </c:numCache>
            </c:numRef>
          </c:val>
        </c:ser>
        <c:ser>
          <c:idx val="1"/>
          <c:order val="1"/>
          <c:tx>
            <c:strRef>
              <c:f>Sheet1!$C$1</c:f>
              <c:strCache>
                <c:ptCount val="1"/>
                <c:pt idx="0">
                  <c:v>value</c:v>
                </c:pt>
              </c:strCache>
            </c:strRef>
          </c:tx>
          <c:spPr>
            <a:ln>
              <a:noFill/>
            </a:ln>
          </c:spPr>
          <c:dPt>
            <c:idx val="0"/>
            <c:spPr>
              <a:solidFill>
                <a:srgbClr val="000F47"/>
              </a:solidFill>
            </c:spPr>
          </c:dPt>
          <c:dPt>
            <c:idx val="1"/>
            <c:spPr>
              <a:solidFill>
                <a:srgbClr val="5BA150"/>
              </a:solidFill>
            </c:spPr>
          </c:dPt>
          <c:dPt>
            <c:idx val="2"/>
            <c:spPr>
              <a:solidFill>
                <a:srgbClr val="5BA150"/>
              </a:solidFill>
            </c:spPr>
          </c:dPt>
          <c:dPt>
            <c:idx val="3"/>
            <c:spPr>
              <a:solidFill>
                <a:srgbClr val="C0504D"/>
              </a:solidFill>
            </c:spPr>
          </c:dPt>
          <c:dPt>
            <c:idx val="4"/>
            <c:spPr>
              <a:solidFill>
                <a:srgbClr val="000F47"/>
              </a:solidFill>
            </c:spPr>
          </c:dPt>
          <c:dLbls>
            <c:dLbl>
              <c:idx val="0"/>
              <c:spPr/>
              <c:txPr>
                <a:bodyPr/>
                <a:lstStyle/>
                <a:p>
                  <a:pPr>
                    <a:defRPr sz="1200">
                      <a:solidFill>
                        <a:srgbClr val="FFFFFF"/>
                      </a:solidFill>
                    </a:defRPr>
                  </a:pPr>
                </a:p>
              </c:txPr>
              <c:showLegendKey val="0"/>
              <c:showVal val="1"/>
              <c:showCatName val="0"/>
              <c:showSerName val="0"/>
              <c:showPercent val="0"/>
              <c:showBubbleSize val="0"/>
            </c:dLbl>
            <c:dLbl>
              <c:idx val="1"/>
              <c:spPr/>
              <c:txPr>
                <a:bodyPr/>
                <a:lstStyle/>
                <a:p>
                  <a:pPr>
                    <a:defRPr sz="1200">
                      <a:solidFill>
                        <a:srgbClr val="FFFFFF"/>
                      </a:solidFill>
                    </a:defRPr>
                  </a:pPr>
                </a:p>
              </c:txPr>
              <c:showLegendKey val="0"/>
              <c:showVal val="1"/>
              <c:showCatName val="0"/>
              <c:showSerName val="0"/>
              <c:showPercent val="0"/>
              <c:showBubbleSize val="0"/>
            </c:dLbl>
            <c:dLbl>
              <c:idx val="2"/>
              <c:spPr/>
              <c:txPr>
                <a:bodyPr/>
                <a:lstStyle/>
                <a:p>
                  <a:pPr>
                    <a:defRPr sz="1200">
                      <a:solidFill>
                        <a:srgbClr val="FFFFFF"/>
                      </a:solidFill>
                    </a:defRPr>
                  </a:pPr>
                </a:p>
              </c:txPr>
              <c:showLegendKey val="0"/>
              <c:showVal val="1"/>
              <c:showCatName val="0"/>
              <c:showSerName val="0"/>
              <c:showPercent val="0"/>
              <c:showBubbleSize val="0"/>
            </c:dLbl>
            <c:dLbl>
              <c:idx val="3"/>
              <c:spPr/>
              <c:txPr>
                <a:bodyPr/>
                <a:lstStyle/>
                <a:p>
                  <a:pPr>
                    <a:defRPr sz="1200">
                      <a:solidFill>
                        <a:srgbClr val="FFFFFF"/>
                      </a:solidFill>
                    </a:defRPr>
                  </a:pPr>
                </a:p>
              </c:txPr>
              <c:showLegendKey val="0"/>
              <c:showVal val="1"/>
              <c:showCatName val="0"/>
              <c:showSerName val="0"/>
              <c:showPercent val="0"/>
              <c:showBubbleSize val="0"/>
            </c:dLbl>
            <c:dLbl>
              <c:idx val="4"/>
              <c:spPr/>
              <c:txPr>
                <a:bodyPr/>
                <a:lstStyle/>
                <a:p>
                  <a:pPr>
                    <a:defRPr sz="1200">
                      <a:solidFill>
                        <a:srgbClr val="FFFFFF"/>
                      </a:solidFill>
                    </a:defRPr>
                  </a:pPr>
                </a:p>
              </c:txPr>
              <c:showLegendKey val="0"/>
              <c:showVal val="1"/>
              <c:showCatName val="0"/>
              <c:showSerName val="0"/>
              <c:showPercent val="0"/>
              <c:showBubbleSize val="0"/>
            </c:dLbl>
            <c:numFmt formatCode="[$-407]#,##0" sourceLinked="0"/>
            <c:dLblPos val="ctr"/>
            <c:showLegendKey val="0"/>
            <c:showVal val="1"/>
            <c:showCatName val="0"/>
            <c:showSerName val="0"/>
            <c:showPercent val="0"/>
            <c:showBubbleSize val="0"/>
            <c:showLeaderLines val="1"/>
          </c:dLbls>
          <c:cat>
            <c:strRef>
              <c:f>Sheet1!$A$2:$A$6</c:f>
              <c:strCache>
                <c:ptCount val="5"/>
                <c:pt idx="0">
                  <c:v>Start</c:v>
                </c:pt>
                <c:pt idx="1">
                  <c:v>+Vertrieb</c:v>
                </c:pt>
                <c:pt idx="2">
                  <c:v>+Preis</c:v>
                </c:pt>
                <c:pt idx="3">
                  <c:v>-Kosten</c:v>
                </c:pt>
                <c:pt idx="4">
                  <c:v>Ende</c:v>
                </c:pt>
              </c:strCache>
            </c:strRef>
          </c:cat>
          <c:val>
            <c:numRef>
              <c:f>Sheet1!$C$2:$C$6</c:f>
              <c:numCache>
                <c:formatCode>General</c:formatCode>
                <c:ptCount val="5"/>
                <c:pt idx="0">
                  <c:v>10000.0</c:v>
                </c:pt>
                <c:pt idx="1">
                  <c:v>3000.0</c:v>
                </c:pt>
                <c:pt idx="2">
                  <c:v>1500.0</c:v>
                </c:pt>
                <c:pt idx="3">
                  <c:v>2000.0</c:v>
                </c:pt>
                <c:pt idx="4">
                  <c:v>12500.0</c:v>
                </c:pt>
              </c:numCache>
            </c:numRef>
          </c:val>
        </c:ser>
        <c:overlap val="100"/>
        <c:axId val="-2068027336"/>
        <c:axId val="-2113994440"/>
      </c:barChart>
      <c:catAx>
        <c:axId val="-2068027336"/>
        <c:scaling>
          <c:orientation val="minMax"/>
        </c:scaling>
        <c:delete val="0"/>
        <c:axPos val="b"/>
        <c:majorTickMark val="none"/>
        <c:minorTickMark val="none"/>
        <c:tickLblPos val="nextTo"/>
        <c:txPr>
          <a:bodyPr/>
          <a:lstStyle/>
          <a:p>
            <a:pPr>
              <a:defRPr sz="1200">
                <a:solidFill>
                  <a:schemeClr val="tx1"/>
                </a:solidFill>
              </a:defRPr>
            </a:pPr>
          </a:p>
        </c:txPr>
        <c:crossAx val="-2113994440"/>
        <c:crosses val="autoZero"/>
        <c:auto val="1"/>
        <c:lblAlgn val="ctr"/>
        <c:lblOffset val="100"/>
        <c:noMultiLvlLbl val="0"/>
      </c:catAx>
      <c:valAx>
        <c:axId val="-2113994440"/>
        <c:scaling/>
        <c:delete val="1"/>
        <c:axPos val="l"/>
        <c:majorTickMark val="none"/>
        <c:minorTickMark val="none"/>
        <c:tickLblPos val="nextTo"/>
        <c:txPr>
          <a:bodyPr/>
          <a:lstStyle/>
          <a:p>
            <a:pPr>
              <a:defRPr sz="1200">
                <a:solidFill>
                  <a:schemeClr val="tx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Alpha</cx:pt>
          <cx:pt idx="1">Beta</cx:pt>
          <cx:pt idx="2">Gamma</cx:pt>
          <cx:pt idx="3">Delta</cx:pt>
        </cx:lvl>
      </cx:strDim>
      <cx:numDim type="size">
        <cx:f>Sheet1!$B$2:$B$5</cx:f>
        <cx:lvl ptCount="4" formatCode="General">
          <cx:pt idx="0">4000</cx:pt>
          <cx:pt idx="1">3000</cx:pt>
          <cx:pt idx="2">2000</cx:pt>
          <cx:pt idx="3">1000</cx:pt>
        </cx:lvl>
      </cx:numDim>
    </cx:data>
  </cx:chartData>
  <cx:chart>
    <cx:plotArea>
      <cx:plotAreaRegion>
        <cx:series layoutId="treemap" uniqueId="{784E96C7-4F94-9D48-B6C2-7FF603C992B9}">
          <cx:tx>
            <cx:txData>
              <cx:f>Sheet1!$B$1</cx:f>
              <cx:v>Series1</cx:v>
            </cx:txData>
          </cx:tx>
          <cx:dataLabels pos="inEnd">
            <cx:visibility seriesName="0" categoryName="1" value="0"/>
          </cx:dataLabels>
          <cx:dataId val="0"/>
          <cx:layoutPr>
            <cx:parentLabelLayout val="overlapping"/>
          </cx:layoutPr>
        </cx:series>
      </cx:plotAreaRegion>
    </cx:plotArea>
    <cx:legend pos="b" align="ctr" overlay="0">
      <cx:txPr>
        <a:bodyPr spcFirstLastPara="1" vertOverflow="ellipsis" horzOverflow="overflow" wrap="square" lIns="0" tIns="0" rIns="0" bIns="0" anchor="ctr" anchorCtr="1"/>
        <a:lstStyle/>
        <a:p>
          <a:pPr algn="ctr" rtl="0">
            <a:defRPr>
              <a:solidFill>
                <a:schemeClr val="tx1"/>
              </a:solidFill>
            </a:defRPr>
          </a:pPr>
          <a:endParaRPr lang="en-US" sz="1197" b="0" i="0" u="none" strike="noStrike" baseline="0">
            <a:solidFill>
              <a:schemeClr val="tx1"/>
            </a:solidFill>
            <a:latin typeface="Noto Sans"/>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t>06.05.26</a:t>
            </a:fld>
            <a:endParaRPr lang="en-US"/>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27E5-BED3-44D0-9ADF-FA873E1D6DAF}" type="datetimeFigureOut">
              <a:t>06.05.26</a:t>
            </a:fld>
            <a:endParaRPr lang="en-US"/>
          </a:p>
        </p:txBody>
      </p:sp>
      <p:sp>
        <p:nvSpPr>
          <p:cNvPr id="4" name="Slide Image Placeholde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Edit Master text styles</a:t>
            </a:r>
          </a:p>
          <a:p>
            <a:pPr lvl="1"/>
            <a:r>
              <a:t>Second level</a:t>
            </a:r>
          </a:p>
          <a:p>
            <a:pPr lvl="2"/>
            <a:r>
              <a:t>Third level</a:t>
            </a:r>
          </a:p>
          <a:p>
            <a:pPr lvl="3"/>
            <a:r>
              <a:t>Fourth level</a:t>
            </a:r>
          </a:p>
          <a:p>
            <a:pPr lvl="4"/>
            <a:r>
              <a:t>Fifth level</a:t>
            </a:r>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4DA73-AE27-4433-BD53-3E1DB61918F0}" type="slidenum">
              <a:r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3653371"/>
            <a:ext cx="7442199" cy="830997"/>
          </a:xfrm>
        </p:spPr>
        <p:txBody>
          <a:bodyPr anchor="b">
            <a:spAutoFit/>
          </a:bodyPr>
          <a:lstStyle>
            <a:lvl1pPr>
              <a:defRPr sz="4800">
                <a:solidFill>
                  <a:schemeClr val="tx1"/>
                </a:solidFill>
                <a:latin typeface="+mj-lt"/>
                <a:ea typeface="+mj-ea"/>
                <a:cs typeface="+mj-cs"/>
              </a:defRPr>
            </a:lvl1pPr>
          </a:lstStyle>
          <a:p>
            <a:pPr lvl="0"/>
            <a:r>
              <a:t>Title</a:t>
            </a:r>
          </a:p>
        </p:txBody>
      </p:sp>
      <p:sp>
        <p:nvSpPr>
          <p:cNvPr id="3" name="Subtitle"/>
          <p:cNvSpPr>
            <a:spLocks noGrp="1"/>
          </p:cNvSpPr>
          <p:nvPr>
            <p:ph type="body" sz="quarter" idx="11" hasCustomPrompt="1"/>
          </p:nvPr>
        </p:nvSpPr>
        <p:spPr>
          <a:xfrm>
            <a:off x="457201" y="4572000"/>
            <a:ext cx="7442198"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latin typeface="+mn-lt"/>
              </a:defRPr>
            </a:lvl2pPr>
            <a:lvl3pPr marL="0" indent="0">
              <a:spcBef>
                <a:spcPts val="0"/>
              </a:spcBef>
              <a:spcAft>
                <a:spcPts val="0"/>
              </a:spcAft>
              <a:buFont typeface="Arial" panose="020B0604020202020204" pitchFamily="34" charset="0"/>
              <a:buChar char="​"/>
              <a:defRPr sz="2000">
                <a:solidFill>
                  <a:schemeClr val="tx1"/>
                </a:solidFill>
                <a:latin typeface="+mn-lt"/>
              </a:defRPr>
            </a:lvl3pPr>
            <a:lvl4pPr marL="0" indent="0">
              <a:spcBef>
                <a:spcPts val="0"/>
              </a:spcBef>
              <a:spcAft>
                <a:spcPts val="0"/>
              </a:spcAft>
              <a:buFont typeface="Arial" panose="020B0604020202020204" pitchFamily="34" charset="0"/>
              <a:buChar char="​"/>
              <a:defRPr sz="2000">
                <a:solidFill>
                  <a:schemeClr val="tx1"/>
                </a:solidFill>
                <a:latin typeface="+mn-lt"/>
              </a:defRPr>
            </a:lvl4pPr>
            <a:lvl5pPr marL="0" indent="0">
              <a:spcBef>
                <a:spcPts val="0"/>
              </a:spcBef>
              <a:spcAft>
                <a:spcPts val="0"/>
              </a:spcAft>
              <a:buFont typeface="Arial" panose="020B0604020202020204" pitchFamily="34" charset="0"/>
              <a:buChar char="​"/>
              <a:defRPr sz="2000" b="0">
                <a:solidFill>
                  <a:schemeClr val="tx1"/>
                </a:solidFill>
                <a:latin typeface="+mn-lt"/>
              </a:defRPr>
            </a:lvl5pPr>
            <a:lvl6pPr marL="0" indent="0">
              <a:spcBef>
                <a:spcPts val="0"/>
              </a:spcBef>
              <a:spcAft>
                <a:spcPts val="0"/>
              </a:spcAft>
              <a:buFont typeface="Arial" panose="020B0604020202020204" pitchFamily="34" charset="0"/>
              <a:buChar char="​"/>
              <a:defRPr sz="2000">
                <a:solidFill>
                  <a:schemeClr val="tx1"/>
                </a:solidFill>
                <a:latin typeface="+mn-lt"/>
              </a:defRPr>
            </a:lvl6pPr>
            <a:lvl7pPr marL="0" indent="0">
              <a:spcBef>
                <a:spcPts val="0"/>
              </a:spcBef>
              <a:spcAft>
                <a:spcPts val="0"/>
              </a:spcAft>
              <a:buFont typeface="Arial" panose="020B0604020202020204" pitchFamily="34" charset="0"/>
              <a:buChar char="​"/>
              <a:defRPr sz="2000">
                <a:solidFill>
                  <a:schemeClr val="tx1"/>
                </a:solidFill>
                <a:latin typeface="+mn-lt"/>
              </a:defRPr>
            </a:lvl7pPr>
            <a:lvl8pPr marL="0" indent="0">
              <a:spcBef>
                <a:spcPts val="0"/>
              </a:spcBef>
              <a:spcAft>
                <a:spcPts val="0"/>
              </a:spcAft>
              <a:buFont typeface="Arial" panose="020B0604020202020204" pitchFamily="34" charset="0"/>
              <a:buChar char="​"/>
              <a:defRPr sz="2000">
                <a:solidFill>
                  <a:schemeClr val="tx1"/>
                </a:solidFill>
                <a:latin typeface="+mn-lt"/>
              </a:defRPr>
            </a:lvl8pPr>
            <a:lvl9pPr marL="0" indent="0">
              <a:spcBef>
                <a:spcPts val="0"/>
              </a:spcBef>
              <a:spcAft>
                <a:spcPts val="0"/>
              </a:spcAft>
              <a:buFont typeface="Arial" panose="020B0604020202020204" pitchFamily="34" charset="0"/>
              <a:buChar char="​"/>
              <a:defRPr sz="2000">
                <a:solidFill>
                  <a:schemeClr val="tx1"/>
                </a:solidFill>
                <a:latin typeface="+mn-lt"/>
              </a:defRPr>
            </a:lvl9pPr>
          </a:lstStyle>
          <a:p>
            <a:pPr lvl="0"/>
            <a:r>
              <a:rPr dirty="0"/>
              <a:t>Subtitle</a:t>
            </a:r>
          </a:p>
        </p:txBody>
      </p:sp>
      <p:sp>
        <p:nvSpPr>
          <p:cNvPr id="4" name="Presenter"/>
          <p:cNvSpPr>
            <a:spLocks noGrp="1"/>
          </p:cNvSpPr>
          <p:nvPr>
            <p:ph type="body" sz="quarter" idx="13" hasCustomPrompt="1"/>
          </p:nvPr>
        </p:nvSpPr>
        <p:spPr>
          <a:xfrm>
            <a:off x="457200" y="6185356"/>
            <a:ext cx="6483350" cy="215444"/>
          </a:xfrm>
        </p:spPr>
        <p:txBody>
          <a:bodyPr wrap="square"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t>Date, Presenter, Location (optional), etc.</a:t>
            </a:r>
          </a:p>
        </p:txBody>
      </p:sp>
      <p:pic>
        <p:nvPicPr>
          <p:cNvPr id="5" name="DTP_CompanyLogo">
            <a:extLst>
              <a:ext uri="{FF2B5EF4-FFF2-40B4-BE49-F238E27FC236}">
                <a16:creationId xmlns:a16="http://schemas.microsoft.com/office/drawing/2014/main" id="{DBCC654F-89B9-D0CE-0010-FB44585C8E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457200"/>
            <a:ext cx="2488387" cy="475488"/>
          </a:xfrm>
          <a:prstGeom prst="rect">
            <a:avLst/>
          </a:prstGeom>
        </p:spPr>
      </p:pic>
    </p:spTree>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sz="half" idx="11"/>
          </p:nvPr>
        </p:nvSpPr>
        <p:spPr>
          <a:xfrm>
            <a:off x="4572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sz="half" idx="12"/>
          </p:nvPr>
        </p:nvSpPr>
        <p:spPr>
          <a:xfrm>
            <a:off x="63246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3984">
          <p15:clr>
            <a:srgbClr val="FBAE40"/>
          </p15:clr>
        </p15:guide>
        <p15:guide id="4" pos="3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Middle"/>
          <p:cNvSpPr>
            <a:spLocks noGrp="1"/>
          </p:cNvSpPr>
          <p:nvPr>
            <p:ph idx="12"/>
          </p:nvPr>
        </p:nvSpPr>
        <p:spPr>
          <a:xfrm>
            <a:off x="4368799"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Content Right"/>
          <p:cNvSpPr>
            <a:spLocks noGrp="1"/>
          </p:cNvSpPr>
          <p:nvPr>
            <p:ph idx="13"/>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1">
          <p15:clr>
            <a:srgbClr val="FBAE40"/>
          </p15:clr>
        </p15:guide>
        <p15:guide id="5" pos="4927">
          <p15:clr>
            <a:srgbClr val="FBAE40"/>
          </p15:clr>
        </p15:guide>
        <p15:guide id="6" pos="52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Middle Left"/>
          <p:cNvSpPr>
            <a:spLocks noGrp="1"/>
          </p:cNvSpPr>
          <p:nvPr>
            <p:ph idx="12"/>
          </p:nvPr>
        </p:nvSpPr>
        <p:spPr>
          <a:xfrm>
            <a:off x="33909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Content Middle Right"/>
          <p:cNvSpPr>
            <a:spLocks noGrp="1"/>
          </p:cNvSpPr>
          <p:nvPr>
            <p:ph sz="quarter" idx="13"/>
          </p:nvPr>
        </p:nvSpPr>
        <p:spPr>
          <a:xfrm>
            <a:off x="63246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Content Right"/>
          <p:cNvSpPr>
            <a:spLocks noGrp="1"/>
          </p:cNvSpPr>
          <p:nvPr>
            <p:ph idx="14"/>
          </p:nvPr>
        </p:nvSpPr>
        <p:spPr>
          <a:xfrm>
            <a:off x="92583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1848">
          <p15:clr>
            <a:srgbClr val="FBAE40"/>
          </p15:clr>
        </p15:guide>
        <p15:guide id="4" pos="2136">
          <p15:clr>
            <a:srgbClr val="FBAE40"/>
          </p15:clr>
        </p15:guide>
        <p15:guide id="5" pos="3696">
          <p15:clr>
            <a:srgbClr val="FBAE40"/>
          </p15:clr>
        </p15:guide>
        <p15:guide id="6" pos="3984">
          <p15:clr>
            <a:srgbClr val="FBAE40"/>
          </p15:clr>
        </p15:guide>
        <p15:guide id="7" pos="5544">
          <p15:clr>
            <a:srgbClr val="FBAE40"/>
          </p15:clr>
        </p15:guide>
        <p15:guide id="8" pos="58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idx="12"/>
          </p:nvPr>
        </p:nvSpPr>
        <p:spPr>
          <a:xfrm>
            <a:off x="43688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3" name="Content Lef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Right"/>
          <p:cNvSpPr>
            <a:spLocks noGrp="1"/>
          </p:cNvSpPr>
          <p:nvPr>
            <p:ph idx="12"/>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ig portrait photo on right">
    <p:spTree>
      <p:nvGrpSpPr>
        <p:cNvPr id="1" name=""/>
        <p:cNvGrpSpPr/>
        <p:nvPr/>
      </p:nvGrpSpPr>
      <p:grpSpPr>
        <a:xfrm>
          <a:off x="0" y="0"/>
          <a:ext cx="0" cy="0"/>
          <a:chOff x="0" y="0"/>
          <a:chExt cx="0" cy="0"/>
        </a:xfrm>
      </p:grpSpPr>
      <p:sp>
        <p:nvSpPr>
          <p:cNvPr id="2" name="Title"/>
          <p:cNvSpPr>
            <a:spLocks noGrp="1"/>
          </p:cNvSpPr>
          <p:nvPr>
            <p:ph type="title"/>
          </p:nvPr>
        </p:nvSpPr>
        <p:spPr>
          <a:xfrm>
            <a:off x="457200" y="384048"/>
            <a:ext cx="7365998" cy="797052"/>
          </a:xfrm>
        </p:spPr>
        <p:txBody>
          <a:bodyPr/>
          <a:lstStyle/>
          <a:p>
            <a:r>
              <a:rPr lang="en-GB"/>
              <a:t>Click to edit Master title style</a:t>
            </a:r>
            <a:endParaRPr lang="en-US"/>
          </a:p>
        </p:txBody>
      </p:sp>
      <p:sp>
        <p:nvSpPr>
          <p:cNvPr id="3" name="Conten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Picture"/>
          <p:cNvSpPr>
            <a:spLocks noGrp="1"/>
          </p:cNvSpPr>
          <p:nvPr>
            <p:ph type="pic" idx="20"/>
          </p:nvPr>
        </p:nvSpPr>
        <p:spPr>
          <a:xfrm>
            <a:off x="8280400" y="0"/>
            <a:ext cx="3911600" cy="6858000"/>
          </a:xfrm>
        </p:spPr>
        <p:txBody>
          <a:bodyPr tIns="640080" anchor="ctr"/>
          <a:lstStyle>
            <a:lvl1pPr marL="0" indent="0" algn="ctr">
              <a:buNone/>
              <a:defRPr sz="1400">
                <a:solidFill>
                  <a:srgbClr val="C3C3C3"/>
                </a:solidFill>
              </a:defRPr>
            </a:lvl1pPr>
          </a:lstStyle>
          <a:p>
            <a:r>
              <a:rPr lang="en-GB"/>
              <a:t>Click icon to add picture</a:t>
            </a:r>
            <a:endParaRPr lang="en-US"/>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241999"/>
            <a:ext cx="2647950" cy="734155"/>
          </a:xfrm>
        </p:spPr>
        <p:txBody>
          <a:bodyPr anchor="b">
            <a:spAutoFit/>
          </a:bodyPr>
          <a:lstStyle>
            <a:lvl1pPr algn="l" rtl="0">
              <a:defRPr sz="2400"/>
            </a:lvl1pPr>
          </a:lstStyle>
          <a:p>
            <a:r>
              <a:t>Name</a:t>
            </a:r>
            <a:br>
              <a:rPr/>
            </a:br>
            <a:r>
              <a:t>Last name</a:t>
            </a:r>
          </a:p>
        </p:txBody>
      </p:sp>
      <p:sp>
        <p:nvSpPr>
          <p:cNvPr id="5" name="Role"/>
          <p:cNvSpPr>
            <a:spLocks noGrp="1"/>
          </p:cNvSpPr>
          <p:nvPr>
            <p:ph type="body" sz="quarter" idx="10" hasCustomPrompt="1"/>
          </p:nvPr>
        </p:nvSpPr>
        <p:spPr>
          <a:xfrm>
            <a:off x="457200" y="4101621"/>
            <a:ext cx="2647950" cy="429768"/>
          </a:xfrm>
        </p:spPr>
        <p:txBody>
          <a:bodyPr/>
          <a:lstStyle>
            <a:lvl1pPr marL="0" indent="0" algn="l" rtl="0">
              <a:spcBef>
                <a:spcPts val="0"/>
              </a:spcBef>
              <a:spcAft>
                <a:spcPts val="0"/>
              </a:spcAft>
              <a:buFont typeface="Arial" panose="020B0604020202020204" pitchFamily="34" charset="0"/>
              <a:buChar char="​"/>
              <a:defRPr sz="1400" b="0">
                <a:solidFill>
                  <a:schemeClr val="tx1"/>
                </a:solidFill>
              </a:defRPr>
            </a:lvl1pPr>
            <a:lvl2pPr marL="0" indent="0" algn="l" rtl="0">
              <a:spcBef>
                <a:spcPts val="0"/>
              </a:spcBef>
              <a:spcAft>
                <a:spcPts val="0"/>
              </a:spcAft>
              <a:buFont typeface="Arial" panose="020B0604020202020204" pitchFamily="34" charset="0"/>
              <a:buChar char="​"/>
              <a:defRPr sz="1400">
                <a:solidFill>
                  <a:schemeClr val="tx1"/>
                </a:solidFill>
              </a:defRPr>
            </a:lvl2pPr>
            <a:lvl3pPr marL="0" indent="0" algn="l" rtl="0">
              <a:spcBef>
                <a:spcPts val="0"/>
              </a:spcBef>
              <a:spcAft>
                <a:spcPts val="0"/>
              </a:spcAft>
              <a:buFont typeface="Arial" panose="020B0604020202020204" pitchFamily="34" charset="0"/>
              <a:buChar char="​"/>
              <a:defRPr sz="1400">
                <a:solidFill>
                  <a:schemeClr val="tx1"/>
                </a:solidFill>
              </a:defRPr>
            </a:lvl3pPr>
            <a:lvl4pPr marL="0" indent="0" algn="l" rtl="0">
              <a:spcBef>
                <a:spcPts val="0"/>
              </a:spcBef>
              <a:spcAft>
                <a:spcPts val="0"/>
              </a:spcAft>
              <a:buFont typeface="Arial" panose="020B0604020202020204" pitchFamily="34" charset="0"/>
              <a:buChar char="​"/>
              <a:defRPr sz="1400">
                <a:solidFill>
                  <a:schemeClr val="tx1"/>
                </a:solidFill>
              </a:defRPr>
            </a:lvl4pPr>
            <a:lvl5pPr marL="0" indent="0" algn="l" rtl="0">
              <a:spcBef>
                <a:spcPts val="0"/>
              </a:spcBef>
              <a:spcAft>
                <a:spcPts val="0"/>
              </a:spcAft>
              <a:buFont typeface="Arial" panose="020B0604020202020204" pitchFamily="34" charset="0"/>
              <a:buChar char="​"/>
              <a:defRPr sz="1400">
                <a:solidFill>
                  <a:schemeClr val="tx1"/>
                </a:solidFill>
              </a:defRPr>
            </a:lvl5pPr>
            <a:lvl6pPr marL="0" indent="0" algn="l" rtl="0">
              <a:spcBef>
                <a:spcPts val="0"/>
              </a:spcBef>
              <a:spcAft>
                <a:spcPts val="0"/>
              </a:spcAft>
              <a:buFont typeface="Arial" panose="020B0604020202020204" pitchFamily="34" charset="0"/>
              <a:buChar char="​"/>
              <a:defRPr sz="1400">
                <a:solidFill>
                  <a:schemeClr val="tx1"/>
                </a:solidFill>
              </a:defRPr>
            </a:lvl6pPr>
            <a:lvl7pPr marL="0" indent="0" algn="l" rtl="0">
              <a:spcBef>
                <a:spcPts val="0"/>
              </a:spcBef>
              <a:spcAft>
                <a:spcPts val="0"/>
              </a:spcAft>
              <a:buFont typeface="Arial" panose="020B0604020202020204" pitchFamily="34" charset="0"/>
              <a:buChar char="​"/>
              <a:defRPr sz="1400">
                <a:solidFill>
                  <a:schemeClr val="tx1"/>
                </a:solidFill>
              </a:defRPr>
            </a:lvl7pPr>
            <a:lvl8pPr marL="0" indent="0" algn="l" rtl="0">
              <a:spcBef>
                <a:spcPts val="0"/>
              </a:spcBef>
              <a:spcAft>
                <a:spcPts val="0"/>
              </a:spcAft>
              <a:buFont typeface="Arial" panose="020B0604020202020204" pitchFamily="34" charset="0"/>
              <a:buChar char="​"/>
              <a:defRPr sz="1400">
                <a:solidFill>
                  <a:schemeClr val="tx1"/>
                </a:solidFill>
              </a:defRPr>
            </a:lvl8pPr>
            <a:lvl9pPr marL="0" indent="0" algn="l" rtl="0">
              <a:spcBef>
                <a:spcPts val="0"/>
              </a:spcBef>
              <a:spcAft>
                <a:spcPts val="0"/>
              </a:spcAft>
              <a:buFont typeface="Arial" panose="020B0604020202020204" pitchFamily="34" charset="0"/>
              <a:buChar char="​"/>
              <a:defRPr sz="1400">
                <a:solidFill>
                  <a:schemeClr val="tx1"/>
                </a:solidFill>
              </a:defRPr>
            </a:lvl9pPr>
          </a:lstStyle>
          <a:p>
            <a:pPr lvl="0"/>
            <a:r>
              <a:t>Role, Position</a:t>
            </a:r>
            <a:br>
              <a:rPr/>
            </a:br>
            <a:r>
              <a:t>Location</a:t>
            </a:r>
          </a:p>
        </p:txBody>
      </p:sp>
      <p:sp>
        <p:nvSpPr>
          <p:cNvPr id="7" name="Headshot"/>
          <p:cNvSpPr>
            <a:spLocks noGrp="1" noChangeAspect="1"/>
          </p:cNvSpPr>
          <p:nvPr>
            <p:ph type="pic" sz="quarter" idx="20"/>
          </p:nvPr>
        </p:nvSpPr>
        <p:spPr>
          <a:xfrm>
            <a:off x="457200" y="381000"/>
            <a:ext cx="2647950" cy="2647950"/>
          </a:xfrm>
          <a:prstGeom prst="rect">
            <a:avLst/>
          </a:prstGeom>
          <a:solidFill>
            <a:srgbClr val="F7F3EE"/>
          </a:solidFill>
        </p:spPr>
        <p:txBody>
          <a:bodyPr tIns="868680" anchor="ctr"/>
          <a:lstStyle>
            <a:lvl1pPr marL="0" indent="0" algn="ctr">
              <a:buNone/>
              <a:defRPr sz="1000">
                <a:solidFill>
                  <a:schemeClr val="tx1"/>
                </a:solidFill>
              </a:defRPr>
            </a:lvl1pPr>
          </a:lstStyle>
          <a:p>
            <a:r>
              <a:rPr lang="en-GB"/>
              <a:t>Click icon to add picture</a:t>
            </a:r>
            <a:endParaRPr lang="en-US"/>
          </a:p>
        </p:txBody>
      </p:sp>
      <p:sp>
        <p:nvSpPr>
          <p:cNvPr id="3" name="Content">
            <a:extLst>
              <a:ext uri="{FF2B5EF4-FFF2-40B4-BE49-F238E27FC236}">
                <a16:creationId xmlns:a16="http://schemas.microsoft.com/office/drawing/2014/main" id="{CF848BCA-2ADB-EC0C-8F27-F589DF6F5040}"/>
              </a:ext>
            </a:extLst>
          </p:cNvPr>
          <p:cNvSpPr>
            <a:spLocks noGrp="1"/>
          </p:cNvSpPr>
          <p:nvPr>
            <p:ph idx="11"/>
          </p:nvPr>
        </p:nvSpPr>
        <p:spPr>
          <a:xfrm>
            <a:off x="3562350" y="381000"/>
            <a:ext cx="8172450" cy="5928360"/>
          </a:xfrm>
        </p:spPr>
        <p:txBody>
          <a:bodyPr/>
          <a:lstStyle>
            <a:lvl5pPr>
              <a:spcBef>
                <a:spcPts val="1800"/>
              </a:spcBef>
              <a:spcAft>
                <a:spcPts val="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6098615"/>
      </p:ext>
    </p:extLst>
  </p:cSld>
  <p:clrMapOvr>
    <a:masterClrMapping/>
  </p:clrMapOvr>
  <p:extLst>
    <p:ext uri="{DCECCB84-F9BA-43D5-87BE-67443E8EF086}">
      <p15:sldGuideLst xmlns:p15="http://schemas.microsoft.com/office/powerpoint/2012/main">
        <p15:guide id="1" orient="horz" pos="3974">
          <p15:clr>
            <a:srgbClr val="FBAE40"/>
          </p15:clr>
        </p15:guide>
        <p15:guide id="2" pos="1956">
          <p15:clr>
            <a:srgbClr val="FBAE40"/>
          </p15:clr>
        </p15:guide>
        <p15:guide id="3" pos="2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US"/>
          </a:p>
        </p:txBody>
      </p:sp>
      <p:sp>
        <p:nvSpPr>
          <p:cNvPr id="10" name="Impact"/>
          <p:cNvSpPr>
            <a:spLocks noGrp="1"/>
          </p:cNvSpPr>
          <p:nvPr>
            <p:ph type="body" sz="quarter" idx="16" hasCustomPrompt="1"/>
          </p:nvPr>
        </p:nvSpPr>
        <p:spPr>
          <a:xfrm>
            <a:off x="0" y="1407583"/>
            <a:ext cx="12192000" cy="797983"/>
          </a:xfrm>
          <a:solidFill>
            <a:srgbClr val="F7F3EE"/>
          </a:solidFill>
        </p:spPr>
        <p:txBody>
          <a:bodyPr lIns="457200" tIns="45720" rIns="457200" bIns="45720" anchor="ctr"/>
          <a:lstStyle>
            <a:lvl1pPr marL="0" indent="0">
              <a:spcBef>
                <a:spcPts val="0"/>
              </a:spcBef>
              <a:spcAft>
                <a:spcPts val="0"/>
              </a:spcAft>
              <a:buFont typeface="Arial" panose="020B0604020202020204" pitchFamily="34" charset="0"/>
              <a:buChar char="​"/>
              <a:defRPr sz="1600">
                <a:solidFill>
                  <a:schemeClr val="tx1"/>
                </a:solidFill>
              </a:defRPr>
            </a:lvl1pPr>
            <a:lvl2pPr marL="0" indent="0">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t>Insert impact statements here (max 2 lines)</a:t>
            </a:r>
          </a:p>
        </p:txBody>
      </p:sp>
      <p:sp>
        <p:nvSpPr>
          <p:cNvPr id="3" name="Heading Left"/>
          <p:cNvSpPr>
            <a:spLocks noGrp="1"/>
          </p:cNvSpPr>
          <p:nvPr>
            <p:ph idx="10" hasCustomPrompt="1"/>
          </p:nvPr>
        </p:nvSpPr>
        <p:spPr>
          <a:xfrm>
            <a:off x="457200" y="2438400"/>
            <a:ext cx="3454400" cy="184666"/>
          </a:xfrm>
        </p:spPr>
        <p:txBody>
          <a:bodyPr>
            <a:spAutoFit/>
          </a:bodyPr>
          <a:lstStyle>
            <a:lvl1pPr>
              <a:defRPr b="1"/>
            </a:lvl1pPr>
          </a:lstStyle>
          <a:p>
            <a:pPr lvl="0"/>
            <a:r>
              <a:rPr dirty="0"/>
              <a:t>Heading – Client situation</a:t>
            </a:r>
          </a:p>
        </p:txBody>
      </p:sp>
      <p:sp>
        <p:nvSpPr>
          <p:cNvPr id="4" name="Content Left"/>
          <p:cNvSpPr>
            <a:spLocks noGrp="1"/>
          </p:cNvSpPr>
          <p:nvPr>
            <p:ph idx="11"/>
          </p:nvPr>
        </p:nvSpPr>
        <p:spPr>
          <a:xfrm>
            <a:off x="4572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Heading Middle"/>
          <p:cNvSpPr>
            <a:spLocks noGrp="1"/>
          </p:cNvSpPr>
          <p:nvPr>
            <p:ph idx="13" hasCustomPrompt="1"/>
          </p:nvPr>
        </p:nvSpPr>
        <p:spPr>
          <a:xfrm>
            <a:off x="4368800" y="2438400"/>
            <a:ext cx="3454400" cy="184666"/>
          </a:xfrm>
        </p:spPr>
        <p:txBody>
          <a:bodyPr>
            <a:spAutoFit/>
          </a:bodyPr>
          <a:lstStyle>
            <a:lvl1pPr>
              <a:defRPr b="1"/>
            </a:lvl1pPr>
          </a:lstStyle>
          <a:p>
            <a:pPr lvl="0"/>
            <a:r>
              <a:rPr dirty="0"/>
              <a:t>Heading – Our approach</a:t>
            </a:r>
          </a:p>
        </p:txBody>
      </p:sp>
      <p:sp>
        <p:nvSpPr>
          <p:cNvPr id="6" name="Content Middle"/>
          <p:cNvSpPr>
            <a:spLocks noGrp="1"/>
          </p:cNvSpPr>
          <p:nvPr>
            <p:ph idx="12"/>
          </p:nvPr>
        </p:nvSpPr>
        <p:spPr>
          <a:xfrm>
            <a:off x="43688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Heading Right"/>
          <p:cNvSpPr>
            <a:spLocks noGrp="1"/>
          </p:cNvSpPr>
          <p:nvPr>
            <p:ph idx="15" hasCustomPrompt="1"/>
          </p:nvPr>
        </p:nvSpPr>
        <p:spPr>
          <a:xfrm>
            <a:off x="8280400" y="2438400"/>
            <a:ext cx="3454400" cy="184666"/>
          </a:xfrm>
        </p:spPr>
        <p:txBody>
          <a:bodyPr>
            <a:spAutoFit/>
          </a:bodyPr>
          <a:lstStyle>
            <a:lvl1pPr>
              <a:defRPr b="1"/>
            </a:lvl1pPr>
          </a:lstStyle>
          <a:p>
            <a:pPr lvl="0"/>
            <a:r>
              <a:rPr dirty="0"/>
              <a:t>Heading – Impact achieved</a:t>
            </a:r>
          </a:p>
        </p:txBody>
      </p:sp>
      <p:sp>
        <p:nvSpPr>
          <p:cNvPr id="8" name="Content Right"/>
          <p:cNvSpPr>
            <a:spLocks noGrp="1"/>
          </p:cNvSpPr>
          <p:nvPr>
            <p:ph idx="14"/>
          </p:nvPr>
        </p:nvSpPr>
        <p:spPr>
          <a:xfrm>
            <a:off x="82804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644492672"/>
      </p:ext>
    </p:extLst>
  </p:cSld>
  <p:clrMapOvr>
    <a:masterClrMapping/>
  </p:clrMapOvr>
  <p:extLst>
    <p:ext uri="{DCECCB84-F9BA-43D5-87BE-67443E8EF086}">
      <p15:sldGuideLst xmlns:p15="http://schemas.microsoft.com/office/powerpoint/2012/main">
        <p15:guide id="1" orient="horz" pos="886">
          <p15:clr>
            <a:srgbClr val="FBAE40"/>
          </p15:clr>
        </p15:guide>
        <p15:guide id="2" orient="horz" pos="1389">
          <p15:clr>
            <a:srgbClr val="FBAE40"/>
          </p15:clr>
        </p15:guide>
        <p15:guide id="3" orient="horz" pos="1532">
          <p15:clr>
            <a:srgbClr val="FBAE40"/>
          </p15:clr>
        </p15:guide>
        <p15:guide id="4" orient="horz" pos="3976">
          <p15:clr>
            <a:srgbClr val="FBAE40"/>
          </p15:clr>
        </p15:guide>
        <p15:guide id="5" pos="2464">
          <p15:clr>
            <a:srgbClr val="FBAE40"/>
          </p15:clr>
        </p15:guide>
        <p15:guide id="6" pos="2751">
          <p15:clr>
            <a:srgbClr val="FBAE40"/>
          </p15:clr>
        </p15:guide>
        <p15:guide id="7" pos="4927">
          <p15:clr>
            <a:srgbClr val="FBAE40"/>
          </p15:clr>
        </p15:guide>
        <p15:guide id="8" pos="5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p:bg>
      <p:bgPr>
        <a:solidFill>
          <a:schemeClr val="bg2"/>
        </a:solidFill>
        <a:effectLst/>
      </p:bgPr>
    </p:bg>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200" y="381000"/>
            <a:ext cx="7442200" cy="1261884"/>
          </a:xfrm>
        </p:spPr>
        <p:txBody>
          <a:bodyPr vert="horz" wrap="square" lIns="0" tIns="0" rIns="0" bIns="0" numCol="1" anchor="t" anchorCtr="0" compatLnSpc="1">
            <a:prstTxWarp prst="textNoShape">
              <a:avLst/>
            </a:prstTxWarp>
            <a:spAutoFit/>
          </a:bodyPr>
          <a:lstStyle>
            <a:lvl1pPr marL="0" indent="0" algn="l" fontAlgn="base">
              <a:buFont typeface="Arial" panose="020B0604020202020204" pitchFamily="34" charset="0"/>
              <a:buChar char="​"/>
              <a:defRPr sz="4800">
                <a:solidFill>
                  <a:schemeClr val="tx1"/>
                </a:solidFill>
                <a:latin typeface="+mj-lt"/>
                <a:ea typeface="+mj-ea"/>
                <a:cs typeface="+mj-cs"/>
              </a:defRPr>
            </a:lvl1pPr>
            <a:lvl2pPr marL="0" indent="0" algn="l">
              <a:spcBef>
                <a:spcPts val="1200"/>
              </a:spcBef>
              <a:buFont typeface="Arial" panose="020B0604020202020204" pitchFamily="34" charset="0"/>
              <a:buChar char="​"/>
              <a:defRPr sz="2400">
                <a:solidFill>
                  <a:schemeClr val="tx1"/>
                </a:solidFill>
                <a:latin typeface="+mn-lt"/>
                <a:ea typeface="+mn-ea"/>
                <a:cs typeface="+mn-cs"/>
              </a:defRPr>
            </a:lvl2pPr>
            <a:lvl3pPr marL="0" indent="0">
              <a:buFont typeface="Arial" panose="020B0604020202020204" pitchFamily="34" charset="0"/>
              <a:buChar char="​"/>
              <a:defRPr sz="2400" b="0">
                <a:latin typeface="+mn-lt"/>
                <a:ea typeface="+mn-ea"/>
                <a:cs typeface="+mn-cs"/>
              </a:defRPr>
            </a:lvl3pPr>
            <a:lvl4pPr marL="0" indent="0">
              <a:buFont typeface="Arial" panose="020B0604020202020204" pitchFamily="34" charset="0"/>
              <a:buChar char="​"/>
              <a:defRPr sz="2400" b="0">
                <a:latin typeface="+mn-lt"/>
                <a:ea typeface="+mn-ea"/>
                <a:cs typeface="+mn-cs"/>
              </a:defRPr>
            </a:lvl4pPr>
            <a:lvl5pPr marL="0" indent="0">
              <a:buFont typeface="Arial" panose="020B0604020202020204" pitchFamily="34" charset="0"/>
              <a:buChar char="​"/>
              <a:defRPr sz="2400" b="0">
                <a:latin typeface="+mn-lt"/>
                <a:ea typeface="+mn-ea"/>
                <a:cs typeface="+mn-cs"/>
              </a:defRPr>
            </a:lvl5pPr>
            <a:lvl6pPr marL="0" indent="0">
              <a:buFont typeface="Arial" panose="020B0604020202020204" pitchFamily="34" charset="0"/>
              <a:buChar char="​"/>
              <a:defRPr sz="2400" b="0">
                <a:latin typeface="+mn-lt"/>
                <a:ea typeface="+mn-ea"/>
                <a:cs typeface="+mn-cs"/>
              </a:defRPr>
            </a:lvl6pPr>
            <a:lvl7pPr marL="0" indent="0">
              <a:buFont typeface="Arial" panose="020B0604020202020204" pitchFamily="34" charset="0"/>
              <a:buChar char="​"/>
              <a:defRPr sz="2400" b="0">
                <a:latin typeface="+mn-lt"/>
                <a:ea typeface="+mn-ea"/>
                <a:cs typeface="+mn-cs"/>
              </a:defRPr>
            </a:lvl7pPr>
            <a:lvl8pPr marL="0" indent="0">
              <a:buFont typeface="Arial" panose="020B0604020202020204" pitchFamily="34" charset="0"/>
              <a:buChar char="​"/>
              <a:defRPr sz="2400" b="0">
                <a:latin typeface="+mn-lt"/>
                <a:ea typeface="+mn-ea"/>
                <a:cs typeface="+mn-cs"/>
              </a:defRPr>
            </a:lvl8pPr>
            <a:lvl9pPr marL="0" indent="0">
              <a:buFont typeface="Arial" panose="020B0604020202020204" pitchFamily="34" charset="0"/>
              <a:buChar char="​"/>
              <a:defRPr sz="2400" b="0">
                <a:latin typeface="+mn-lt"/>
                <a:ea typeface="+mn-ea"/>
                <a:cs typeface="+mn-cs"/>
              </a:defRPr>
            </a:lvl9pPr>
          </a:lstStyle>
          <a:p>
            <a:pPr lvl="0"/>
            <a:r>
              <a:t>Click to add section title</a:t>
            </a:r>
          </a:p>
          <a:p>
            <a:pPr lvl="1"/>
            <a:r>
              <a:t>Click to add section subtitle</a:t>
            </a:r>
          </a:p>
        </p:txBody>
      </p:sp>
      <p:sp>
        <p:nvSpPr>
          <p:cNvPr id="3" name="SectionNumber"/>
          <p:cNvSpPr>
            <a:spLocks noGrp="1"/>
          </p:cNvSpPr>
          <p:nvPr>
            <p:ph type="body" sz="quarter" idx="12" hasCustomPrompt="1"/>
          </p:nvPr>
        </p:nvSpPr>
        <p:spPr>
          <a:xfrm>
            <a:off x="6070341" y="3903345"/>
            <a:ext cx="5664459" cy="2954655"/>
          </a:xfrm>
        </p:spPr>
        <p:txBody>
          <a:bodyPr wrap="square" lIns="0" tIns="0" rIns="0" bIns="0" anchor="b">
            <a:spAutoFit/>
          </a:bodyPr>
          <a:lstStyle>
            <a:lvl1pPr marL="0" indent="0" algn="r" fontAlgn="base">
              <a:lnSpc>
                <a:spcPct val="100000"/>
              </a:lnSpc>
              <a:spcBef>
                <a:spcPts val="0"/>
              </a:spcBef>
              <a:spcAft>
                <a:spcPts val="0"/>
              </a:spcAft>
              <a:buFont typeface="Arial" panose="020B0604020202020204" pitchFamily="34" charset="0"/>
              <a:buChar char="​"/>
              <a:defRPr sz="19200">
                <a:solidFill>
                  <a:schemeClr val="tx1"/>
                </a:solidFill>
                <a:latin typeface="+mj-lt"/>
                <a:ea typeface="+mj-ea"/>
                <a:cs typeface="+mj-cs"/>
              </a:defRPr>
            </a:lvl1pPr>
            <a:lvl2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2pPr>
            <a:lvl3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3pPr>
            <a:lvl4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4pPr>
            <a:lvl5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5pPr>
            <a:lvl6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6pPr>
            <a:lvl7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7pPr>
            <a:lvl8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8pPr>
            <a:lvl9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9pPr>
          </a:lstStyle>
          <a:p>
            <a:pPr lvl="0"/>
            <a: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Ref idx="1001">
        <a:schemeClr val="bg2"/>
      </p:bgRef>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2705300"/>
            <a:ext cx="7442200" cy="609400"/>
          </a:xfrm>
        </p:spPr>
        <p:txBody>
          <a:bodyPr anchor="b">
            <a:spAutoFit/>
          </a:bodyPr>
          <a:lstStyle>
            <a:lvl1pPr>
              <a:defRPr sz="4400">
                <a:solidFill>
                  <a:schemeClr val="tx1"/>
                </a:solidFill>
                <a:latin typeface="+mj-lt"/>
                <a:ea typeface="+mj-ea"/>
                <a:cs typeface="+mj-cs"/>
              </a:defRPr>
            </a:lvl1pPr>
          </a:lstStyle>
          <a:p>
            <a:pPr lvl="0"/>
            <a:r>
              <a:t>Title</a:t>
            </a:r>
          </a:p>
        </p:txBody>
      </p:sp>
      <p:sp>
        <p:nvSpPr>
          <p:cNvPr id="3" name="Subtitle"/>
          <p:cNvSpPr>
            <a:spLocks noGrp="1"/>
          </p:cNvSpPr>
          <p:nvPr>
            <p:ph type="body" sz="quarter" idx="11" hasCustomPrompt="1"/>
          </p:nvPr>
        </p:nvSpPr>
        <p:spPr>
          <a:xfrm>
            <a:off x="8128000" y="2790505"/>
            <a:ext cx="3606800" cy="430887"/>
          </a:xfrm>
        </p:spPr>
        <p:txBody>
          <a:bodyPr wrap="square" lIns="0" tIns="0" rIns="0" bIns="0" anchor="b">
            <a:spAutoFit/>
          </a:bodyPr>
          <a:lstStyle>
            <a:lvl1pPr marL="0" marR="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sz="1400">
                <a:solidFill>
                  <a:schemeClr val="tx1"/>
                </a:solidFill>
              </a:defRPr>
            </a:lvl1pPr>
            <a:lvl2pPr marL="0" indent="0">
              <a:spcBef>
                <a:spcPts val="0"/>
              </a:spcBef>
              <a:spcAft>
                <a:spcPts val="0"/>
              </a:spcAft>
              <a:buFont typeface="Arial" panose="020B0604020202020204" pitchFamily="34" charset="0"/>
              <a:buChar char="​"/>
              <a:defRPr sz="1800">
                <a:solidFill>
                  <a:schemeClr val="tx1"/>
                </a:solidFill>
              </a:defRPr>
            </a:lvl2pPr>
            <a:lvl3pPr marL="0" indent="0">
              <a:spcBef>
                <a:spcPts val="0"/>
              </a:spcBef>
              <a:spcAft>
                <a:spcPts val="0"/>
              </a:spcAft>
              <a:buFont typeface="Arial" panose="020B0604020202020204" pitchFamily="34" charset="0"/>
              <a:buChar char="​"/>
              <a:defRPr sz="1800">
                <a:solidFill>
                  <a:schemeClr val="tx1"/>
                </a:solidFill>
              </a:defRPr>
            </a:lvl3pPr>
            <a:lvl4pPr marL="0" indent="0">
              <a:spcBef>
                <a:spcPts val="0"/>
              </a:spcBef>
              <a:spcAft>
                <a:spcPts val="0"/>
              </a:spcAft>
              <a:buFont typeface="Arial" panose="020B0604020202020204" pitchFamily="34" charset="0"/>
              <a:buChar char="​"/>
              <a:defRPr sz="1800">
                <a:solidFill>
                  <a:schemeClr val="tx1"/>
                </a:solidFill>
              </a:defRPr>
            </a:lvl4pPr>
            <a:lvl5pPr marL="0" indent="0">
              <a:spcBef>
                <a:spcPts val="0"/>
              </a:spcBef>
              <a:spcAft>
                <a:spcPts val="0"/>
              </a:spcAft>
              <a:buFont typeface="Arial" panose="020B0604020202020204" pitchFamily="34" charset="0"/>
              <a:buChar char="​"/>
              <a:defRPr sz="1800" b="0">
                <a:solidFill>
                  <a:schemeClr val="tx1"/>
                </a:solidFill>
              </a:defRPr>
            </a:lvl5pPr>
            <a:lvl6pPr marL="0" indent="0">
              <a:spcBef>
                <a:spcPts val="0"/>
              </a:spcBef>
              <a:spcAft>
                <a:spcPts val="0"/>
              </a:spcAft>
              <a:buFont typeface="Arial" panose="020B0604020202020204" pitchFamily="34" charset="0"/>
              <a:buChar char="​"/>
              <a:defRPr sz="1800">
                <a:solidFill>
                  <a:schemeClr val="tx1"/>
                </a:solidFill>
              </a:defRPr>
            </a:lvl6pPr>
            <a:lvl7pPr marL="0" indent="0">
              <a:spcBef>
                <a:spcPts val="0"/>
              </a:spcBef>
              <a:spcAft>
                <a:spcPts val="0"/>
              </a:spcAft>
              <a:buFont typeface="Arial" panose="020B0604020202020204" pitchFamily="34" charset="0"/>
              <a:buChar char="​"/>
              <a:defRPr sz="1800">
                <a:solidFill>
                  <a:schemeClr val="tx1"/>
                </a:solidFill>
              </a:defRPr>
            </a:lvl7pPr>
            <a:lvl8pPr marL="0" indent="0">
              <a:spcBef>
                <a:spcPts val="0"/>
              </a:spcBef>
              <a:spcAft>
                <a:spcPts val="0"/>
              </a:spcAft>
              <a:buFont typeface="Arial" panose="020B0604020202020204" pitchFamily="34" charset="0"/>
              <a:buChar char="​"/>
              <a:defRPr sz="1800">
                <a:solidFill>
                  <a:schemeClr val="tx1"/>
                </a:solidFill>
              </a:defRPr>
            </a:lvl8pPr>
            <a:lvl9pPr marL="0" indent="0">
              <a:spcBef>
                <a:spcPts val="0"/>
              </a:spcBef>
              <a:spcAft>
                <a:spcPts val="0"/>
              </a:spcAft>
              <a:buFont typeface="Arial" panose="020B0604020202020204" pitchFamily="34" charset="0"/>
              <a:buChar char="​"/>
              <a:defRPr sz="1800">
                <a:solidFill>
                  <a:schemeClr val="tx1"/>
                </a:solidFill>
              </a:defRPr>
            </a:lvl9p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t>Subtitle</a:t>
            </a:r>
            <a:br>
              <a:rPr/>
            </a:br>
            <a:r>
              <a:t>Date, Presenter, Location (optional), etc.</a:t>
            </a:r>
          </a:p>
        </p:txBody>
      </p:sp>
      <p:pic>
        <p:nvPicPr>
          <p:cNvPr id="5" name="DTP_CompanyLogo">
            <a:extLst>
              <a:ext uri="{FF2B5EF4-FFF2-40B4-BE49-F238E27FC236}">
                <a16:creationId xmlns:a16="http://schemas.microsoft.com/office/drawing/2014/main" id="{DBCC654F-89B9-D0CE-0010-FB44585C8E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457200"/>
            <a:ext cx="2488387" cy="475488"/>
          </a:xfrm>
          <a:prstGeom prst="rect">
            <a:avLst/>
          </a:prstGeom>
        </p:spPr>
      </p:pic>
      <p:sp>
        <p:nvSpPr>
          <p:cNvPr id="7" name="Picture">
            <a:extLst>
              <a:ext uri="{FF2B5EF4-FFF2-40B4-BE49-F238E27FC236}">
                <a16:creationId xmlns:a16="http://schemas.microsoft.com/office/drawing/2014/main" id="{497E5236-F463-B055-9C7A-37B46D9AE818}"/>
              </a:ext>
            </a:extLst>
          </p:cNvPr>
          <p:cNvSpPr>
            <a:spLocks noGrp="1"/>
          </p:cNvSpPr>
          <p:nvPr>
            <p:ph type="pic" sz="quarter" idx="14"/>
          </p:nvPr>
        </p:nvSpPr>
        <p:spPr>
          <a:xfrm>
            <a:off x="457200" y="3543300"/>
            <a:ext cx="11277600" cy="3314700"/>
          </a:xfrm>
        </p:spPr>
        <p:txBody>
          <a:bodyPr/>
          <a:lstStyle/>
          <a:p>
            <a:r>
              <a:rPr lang="en-GB"/>
              <a:t>Click icon to add picture</a:t>
            </a:r>
            <a:endParaRPr lang="en-US"/>
          </a:p>
        </p:txBody>
      </p:sp>
    </p:spTree>
    <p:extLst>
      <p:ext uri="{BB962C8B-B14F-4D97-AF65-F5344CB8AC3E}">
        <p14:creationId xmlns:p14="http://schemas.microsoft.com/office/powerpoint/2010/main" val="28778274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s">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84048"/>
            <a:ext cx="5413248" cy="797052"/>
          </a:xfrm>
        </p:spPr>
        <p:txBody>
          <a:bodyPr/>
          <a:lstStyle>
            <a:lvl1pPr>
              <a:defRPr sz="4800"/>
            </a:lvl1pPr>
          </a:lstStyle>
          <a:p>
            <a:r>
              <a:t>Contents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p:extLst>
              <p:ext uri="{D42A27DB-BD31-4B8C-83A1-F6EECF244321}">
                <p14:modId xmlns:p14="http://schemas.microsoft.com/office/powerpoint/2010/main" val="1289134354"/>
              </p:ext>
            </p:extLst>
          </p:nvPr>
        </p:nvGraphicFramePr>
        <p:xfrm>
          <a:off x="457200" y="2529840"/>
          <a:ext cx="9359900" cy="1798320"/>
        </p:xfrm>
        <a:graphic>
          <a:graphicData uri="http://schemas.openxmlformats.org/drawingml/2006/table">
            <a:tbl>
              <a:tblPr/>
              <a:tblGrid>
                <a:gridCol w="9359900">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sz="2600" b="0"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087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p:extLst>
              <p:ext uri="{D42A27DB-BD31-4B8C-83A1-F6EECF244321}">
                <p14:modId xmlns:p14="http://schemas.microsoft.com/office/powerpoint/2010/main" val="3696990213"/>
              </p:ext>
            </p:extLst>
          </p:nvPr>
        </p:nvGraphicFramePr>
        <p:xfrm>
          <a:off x="457198" y="1668780"/>
          <a:ext cx="9359901" cy="3520440"/>
        </p:xfrm>
        <a:graphic>
          <a:graphicData uri="http://schemas.openxmlformats.org/drawingml/2006/table">
            <a:tbl>
              <a:tblPr/>
              <a:tblGrid>
                <a:gridCol w="9359901">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ts val="600"/>
                        </a:spcAft>
                        <a:buClrTx/>
                        <a:buSzTx/>
                        <a:buFontTx/>
                        <a:buNone/>
                        <a:tabLst/>
                      </a:pPr>
                      <a:r>
                        <a:rPr sz="2600" b="0" cap="none">
                          <a:ln>
                            <a:noFill/>
                          </a:ln>
                          <a:solidFill>
                            <a:schemeClr val="tx1"/>
                          </a:solidFill>
                          <a:effectLst/>
                          <a:latin typeface="+mj-lt"/>
                          <a:ea typeface="+mj-ea"/>
                          <a:cs typeface="+mj-cs"/>
                        </a:rPr>
                        <a:t>Qualifications, assumptions, and limiting conditions</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1681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cover">
    <p:bg>
      <p:bgPr>
        <a:solidFill>
          <a:schemeClr val="bg2"/>
        </a:solidFill>
        <a:effectLst/>
      </p:bgPr>
    </p:bg>
    <p:spTree>
      <p:nvGrpSpPr>
        <p:cNvPr id="1" name=""/>
        <p:cNvGrpSpPr/>
        <p:nvPr/>
      </p:nvGrpSpPr>
      <p:grpSpPr>
        <a:xfrm>
          <a:off x="0" y="0"/>
          <a:ext cx="0" cy="0"/>
          <a:chOff x="0" y="0"/>
          <a:chExt cx="0" cy="0"/>
        </a:xfrm>
      </p:grpSpPr>
      <p:pic>
        <p:nvPicPr>
          <p:cNvPr id="3" name="DTP_CompanyLogo">
            <a:extLst>
              <a:ext uri="{FF2B5EF4-FFF2-40B4-BE49-F238E27FC236}">
                <a16:creationId xmlns:a16="http://schemas.microsoft.com/office/drawing/2014/main" id="{68BED5E4-76F9-EFCF-898B-D9C98C052C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3191256"/>
            <a:ext cx="2488387" cy="47548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tags" Target="../tags/tag2.xml"/><Relationship Id="rId21" Type="http://schemas.openxmlformats.org/officeDocument/2006/relationships/oleObject" Target="../embeddings/oleObject1.bin"/><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44477464-1B8E-BD3E-594C-240EA66E0548}"/>
              </a:ext>
            </a:extLst>
          </p:cNvPr>
          <p:cNvGraphicFramePr>
            <a:graphicFrameLocks noChangeAspect="1"/>
          </p:cNvGraphicFramePr>
          <p:nvPr userDrawn="1">
            <p:custDataLst>
              <p:tags r:id="rId20"/>
            </p:custDataLst>
            <p:extLst>
              <p:ext uri="{D42A27DB-BD31-4B8C-83A1-F6EECF244321}">
                <p14:modId xmlns:p14="http://schemas.microsoft.com/office/powerpoint/2010/main" val="3340410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69" imgH="469" progId="TCLayout.ActiveDocument.1">
                  <p:embed/>
                </p:oleObj>
              </mc:Choice>
              <mc:Fallback>
                <p:oleObj name="think-cell Slide" r:id="rId21" imgW="469" imgH="469" progId="TCLayout.ActiveDocument.1">
                  <p:embed/>
                  <p:pic>
                    <p:nvPicPr>
                      <p:cNvPr id="11" name="think-cell data - do not delete" hidden="1">
                        <a:extLst>
                          <a:ext uri="{FF2B5EF4-FFF2-40B4-BE49-F238E27FC236}">
                            <a16:creationId xmlns:a16="http://schemas.microsoft.com/office/drawing/2014/main" id="{44477464-1B8E-BD3E-594C-240EA66E0548}"/>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97052"/>
          </a:xfrm>
          <a:prstGeom prst="rect">
            <a:avLst/>
          </a:prstGeom>
        </p:spPr>
        <p:txBody>
          <a:bodyPr vert="horz" lIns="0" tIns="0" rIns="0" bIns="0" rtlCol="0" anchorCtr="0">
            <a:noAutofit/>
          </a:bodyPr>
          <a:lstStyle/>
          <a:p>
            <a:r>
              <a:rPr lang="en-GB"/>
              <a:t>Click to edit Master title style</a:t>
            </a:r>
            <a:endParaRPr lang="en-US"/>
          </a:p>
        </p:txBody>
      </p:sp>
      <p:sp>
        <p:nvSpPr>
          <p:cNvPr id="3" name="BodyText"/>
          <p:cNvSpPr>
            <a:spLocks noGrp="1"/>
          </p:cNvSpPr>
          <p:nvPr>
            <p:ph type="body" idx="1"/>
          </p:nvPr>
        </p:nvSpPr>
        <p:spPr>
          <a:xfrm>
            <a:off x="457200" y="1409700"/>
            <a:ext cx="11277600" cy="4899660"/>
          </a:xfrm>
          <a:prstGeom prst="rect">
            <a:avLst/>
          </a:prstGeom>
        </p:spPr>
        <p:txBody>
          <a:bodyPr vert="horz" lIns="0" tIns="0" rIns="0" bIns="0" rtlCol="0">
            <a:noAutofit/>
          </a:bodyPr>
          <a:lstStyle/>
          <a:p>
            <a:pPr lvl="0"/>
            <a:r>
              <a:t>First level - Body text</a:t>
            </a:r>
          </a:p>
          <a:p>
            <a:pPr lvl="1"/>
            <a:r>
              <a:t>Second level</a:t>
            </a:r>
          </a:p>
          <a:p>
            <a:pPr lvl="2"/>
            <a:r>
              <a:t>Third level</a:t>
            </a:r>
          </a:p>
          <a:p>
            <a:pPr lvl="3"/>
            <a:r>
              <a:t>Fourth level</a:t>
            </a:r>
          </a:p>
          <a:p>
            <a:pPr lvl="4"/>
            <a:r>
              <a:t>Fifth level - Heading</a:t>
            </a:r>
          </a:p>
          <a:p>
            <a:pPr lvl="5"/>
            <a:r>
              <a:t>Sixth level - Subheading</a:t>
            </a:r>
          </a:p>
          <a:p>
            <a:pPr lvl="6"/>
            <a:r>
              <a:t>Seventh level</a:t>
            </a:r>
          </a:p>
          <a:p>
            <a:pPr lvl="7"/>
            <a:r>
              <a:t>Eighth level</a:t>
            </a:r>
          </a:p>
          <a:p>
            <a:pPr lvl="8"/>
            <a:r>
              <a:t>Ninth level</a:t>
            </a:r>
          </a:p>
        </p:txBody>
      </p:sp>
      <p:sp>
        <p:nvSpPr>
          <p:cNvPr id="8" name="DTP_Copyright"/>
          <p:cNvSpPr txBox="1"/>
          <p:nvPr/>
        </p:nvSpPr>
        <p:spPr>
          <a:xfrm>
            <a:off x="457200" y="6567848"/>
            <a:ext cx="793487" cy="123111"/>
          </a:xfrm>
          <a:prstGeom prst="rect">
            <a:avLst/>
          </a:prstGeom>
          <a:noFill/>
        </p:spPr>
        <p:txBody>
          <a:bodyPr wrap="none" lIns="0" tIns="0" rIns="0" bIns="0" rtlCol="0" anchor="ctr" anchorCtr="0">
            <a:spAutoFit/>
          </a:bodyPr>
          <a:lstStyle/>
          <a:p>
            <a:pPr marL="0" indent="0" algn="l" defTabSz="914400" rtl="0" eaLnBrk="1" latinLnBrk="0" hangingPunct="1">
              <a:lnSpc>
                <a:spcPct val="100000"/>
              </a:lnSpc>
              <a:spcBef>
                <a:spcPct val="0"/>
              </a:spcBef>
              <a:spcAft>
                <a:spcPct val="0"/>
              </a:spcAft>
              <a:buFontTx/>
              <a:buNone/>
            </a:pPr>
            <a:r>
              <a:rPr sz="800">
                <a:solidFill>
                  <a:schemeClr val="tx1"/>
                </a:solidFill>
                <a:latin typeface="+mn-lt"/>
                <a:ea typeface="+mn-ea"/>
                <a:cs typeface="+mn-cs"/>
              </a:rPr>
              <a:t>© Oliver Wyman</a:t>
            </a:r>
          </a:p>
        </p:txBody>
      </p:sp>
      <p:sp>
        <p:nvSpPr>
          <p:cNvPr id="7" name="SlideNumber"/>
          <p:cNvSpPr txBox="1"/>
          <p:nvPr/>
        </p:nvSpPr>
        <p:spPr>
          <a:xfrm>
            <a:off x="11604960" y="6567850"/>
            <a:ext cx="129850" cy="123110"/>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sz="8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sz="800" lang="en-US">
              <a:solidFill>
                <a:schemeClr val="tx1"/>
              </a:solidFill>
            </a:endParaRPr>
          </a:p>
        </p:txBody>
      </p:sp>
      <p:sp>
        <p:nvSpPr>
          <p:cNvPr id="4" name="Date Placeholder" hidden="1"/>
          <p:cNvSpPr>
            <a:spLocks noGrp="1"/>
          </p:cNvSpPr>
          <p:nvPr>
            <p:ph type="dt" sz="half" idx="2"/>
          </p:nvPr>
        </p:nvSpPr>
        <p:spPr>
          <a:xfrm>
            <a:off x="10968687" y="6864350"/>
            <a:ext cx="522516" cy="98425"/>
          </a:xfrm>
          <a:prstGeom prst="rect">
            <a:avLst/>
          </a:prstGeom>
        </p:spPr>
        <p:txBody>
          <a:bodyPr vert="horz" lIns="0" tIns="0" rIns="0" bIns="0" rtlCol="0" anchor="ctr"/>
          <a:lstStyle>
            <a:lvl1pPr algn="l">
              <a:defRPr sz="800">
                <a:solidFill>
                  <a:schemeClr val="tx1"/>
                </a:solidFill>
              </a:defRPr>
            </a:lvl1pPr>
          </a:lstStyle>
          <a:p>
            <a:fld id="{7ECE2914-4E17-487A-A4E5-C87617449E51}" type="datetimeFigureOut">
              <a:pPr/>
              <a:t>06.05.26</a:t>
            </a:fld>
            <a:endParaRPr sz="800" lang="en-US"/>
          </a:p>
        </p:txBody>
      </p:sp>
      <p:sp>
        <p:nvSpPr>
          <p:cNvPr id="5" name="Footer Placeholder" hidden="1"/>
          <p:cNvSpPr>
            <a:spLocks noGrp="1"/>
          </p:cNvSpPr>
          <p:nvPr>
            <p:ph type="ftr" sz="quarter" idx="3"/>
          </p:nvPr>
        </p:nvSpPr>
        <p:spPr>
          <a:xfrm>
            <a:off x="5757334" y="6580188"/>
            <a:ext cx="677333" cy="98425"/>
          </a:xfrm>
          <a:prstGeom prst="rect">
            <a:avLst/>
          </a:prstGeom>
        </p:spPr>
        <p:txBody>
          <a:bodyPr vert="horz" lIns="0" tIns="0" rIns="0" bIns="0" rtlCol="0" anchor="ctr"/>
          <a:lstStyle>
            <a:lvl1pPr algn="ctr">
              <a:defRPr sz="800">
                <a:solidFill>
                  <a:schemeClr val="tx1"/>
                </a:solidFill>
              </a:defRPr>
            </a:lvl1pPr>
          </a:lstStyle>
          <a:p>
            <a:endParaRPr sz="800" lang="en-US"/>
          </a:p>
        </p:txBody>
      </p:sp>
      <p:sp>
        <p:nvSpPr>
          <p:cNvPr id="6" name="Slide Number Placeholder" hidden="1"/>
          <p:cNvSpPr>
            <a:spLocks noGrp="1"/>
          </p:cNvSpPr>
          <p:nvPr>
            <p:ph type="sldNum" sz="quarter" idx="4"/>
          </p:nvPr>
        </p:nvSpPr>
        <p:spPr>
          <a:xfrm>
            <a:off x="11541276" y="6864350"/>
            <a:ext cx="193524" cy="98425"/>
          </a:xfrm>
          <a:prstGeom prst="rect">
            <a:avLst/>
          </a:prstGeom>
        </p:spPr>
        <p:txBody>
          <a:bodyPr vert="horz" lIns="0" tIns="0" rIns="0" bIns="0" rtlCol="0" anchor="ctr"/>
          <a:lstStyle>
            <a:lvl1pPr algn="r">
              <a:defRPr sz="1000">
                <a:solidFill>
                  <a:schemeClr val="tx1"/>
                </a:solidFill>
              </a:defRPr>
            </a:lvl1pPr>
          </a:lstStyle>
          <a:p>
            <a:fld id="{8F63CC74-D785-4C96-8C6E-EB177D1B9A1D}" type="slidenum">
              <a:rPr smtClean="0"/>
              <a:pPr/>
              <a:t>‹#›</a:t>
            </a:fld>
            <a:endParaRPr lang="en-US"/>
          </a:p>
        </p:txBody>
      </p:sp>
      <p:cxnSp>
        <p:nvCxnSpPr>
          <p:cNvPr id="9" name="Line">
            <a:extLst>
              <a:ext uri="{FF2B5EF4-FFF2-40B4-BE49-F238E27FC236}">
                <a16:creationId xmlns:a16="http://schemas.microsoft.com/office/drawing/2014/main" id="{7198974C-7877-52E2-BEA4-04B16B8867A0}"/>
              </a:ext>
              <a:ext uri="{C183D7F6-B498-43B3-948B-1728B52AA6E4}">
                <adec:decorative xmlns:adec="http://schemas.microsoft.com/office/drawing/2017/decorative" val="1"/>
              </a:ext>
            </a:extLst>
          </p:cNvPr>
          <p:cNvCxnSpPr>
            <a:cxnSpLocks/>
          </p:cNvCxnSpPr>
          <p:nvPr/>
        </p:nvCxnSpPr>
        <p:spPr>
          <a:xfrm>
            <a:off x="457200" y="6400800"/>
            <a:ext cx="112776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8" r:id="rId1"/>
    <p:sldLayoutId id="2147483691" r:id="rId2"/>
    <p:sldLayoutId id="2147483692" r:id="rId3"/>
    <p:sldLayoutId id="2147483698" r:id="rId4"/>
    <p:sldLayoutId id="2147483704" r:id="rId5"/>
    <p:sldLayoutId id="2147483720" r:id="rId6"/>
    <p:sldLayoutId id="2147483702" r:id="rId7"/>
    <p:sldLayoutId id="2147483703" r:id="rId8"/>
    <p:sldLayoutId id="2147483695" r:id="rId9"/>
    <p:sldLayoutId id="2147483725" r:id="rId10"/>
    <p:sldLayoutId id="2147483726" r:id="rId11"/>
    <p:sldLayoutId id="2147483719" r:id="rId12"/>
    <p:sldLayoutId id="2147483721" r:id="rId13"/>
    <p:sldLayoutId id="2147483713" r:id="rId14"/>
    <p:sldLayoutId id="2147483722" r:id="rId15"/>
    <p:sldLayoutId id="2147483723" r:id="rId16"/>
    <p:sldLayoutId id="2147483716" r:id="rId17"/>
    <p:sldLayoutId id="2147483717" r:id="rId18"/>
  </p:sldLayoutIdLst>
  <p:txStyles>
    <p:titleStyle>
      <a:lvl1pPr algn="l" defTabSz="914400" rtl="0" eaLnBrk="1" latinLnBrk="0" hangingPunct="1">
        <a:spcBef>
          <a:spcPct val="0"/>
        </a:spcBef>
        <a:buNone/>
        <a:defRPr sz="2600" b="0" kern="0">
          <a:solidFill>
            <a:schemeClr val="tx1"/>
          </a:solidFill>
          <a:latin typeface="+mj-lt"/>
          <a:ea typeface="+mj-ea"/>
          <a:cs typeface="+mj-cs"/>
        </a:defRPr>
      </a:lvl1pPr>
    </p:titleStyle>
    <p:bodyStyle>
      <a:lvl1pPr marL="0" indent="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1pPr>
      <a:lvl2pPr marL="180000" indent="-18000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2pPr>
      <a:lvl3pPr marL="36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3pPr>
      <a:lvl4pPr marL="54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4pPr>
      <a:lvl5pPr marL="0" indent="0" algn="l" defTabSz="914400" rtl="0" eaLnBrk="1" latinLnBrk="0" hangingPunct="1">
        <a:spcBef>
          <a:spcPts val="1500"/>
        </a:spcBef>
        <a:spcAft>
          <a:spcPts val="300"/>
        </a:spcAft>
        <a:buFont typeface="Arial" panose="020B0604020202020204" pitchFamily="34" charset="0"/>
        <a:buChar char="​"/>
        <a:defRPr sz="1200" b="1" kern="0">
          <a:solidFill>
            <a:schemeClr val="tx1"/>
          </a:solidFill>
          <a:latin typeface="+mn-lt"/>
          <a:ea typeface="+mn-ea"/>
          <a:cs typeface="+mn-cs"/>
        </a:defRPr>
      </a:lvl5pPr>
      <a:lvl6pPr marL="0" indent="0" algn="l" defTabSz="914400" rtl="0" eaLnBrk="1" latinLnBrk="0" hangingPunct="1">
        <a:spcBef>
          <a:spcPts val="0"/>
        </a:spcBef>
        <a:spcAft>
          <a:spcPts val="300"/>
        </a:spcAft>
        <a:buFont typeface="Arial" panose="020B0604020202020204" pitchFamily="34" charset="0"/>
        <a:buChar char="​"/>
        <a:defRPr sz="1200" kern="0">
          <a:solidFill>
            <a:schemeClr val="tx1"/>
          </a:solidFill>
          <a:latin typeface="+mn-lt"/>
          <a:ea typeface="+mn-ea"/>
          <a:cs typeface="+mn-cs"/>
        </a:defRPr>
      </a:lvl6pPr>
      <a:lvl7pPr marL="0" indent="0" algn="l" defTabSz="914400" rtl="0" eaLnBrk="1" latinLnBrk="0" hangingPunct="1">
        <a:spcBef>
          <a:spcPts val="0"/>
        </a:spcBef>
        <a:buFont typeface="Arial" panose="020B0604020202020204" pitchFamily="34" charset="0"/>
        <a:buChar char="​"/>
        <a:defRPr sz="2600" kern="0">
          <a:solidFill>
            <a:schemeClr val="tx1"/>
          </a:solidFill>
          <a:latin typeface="+mj-lt"/>
          <a:ea typeface="+mj-ea"/>
          <a:cs typeface="+mj-cs"/>
        </a:defRPr>
      </a:lvl7pPr>
      <a:lvl8pPr marL="0" indent="0" algn="l" defTabSz="914400" rtl="0" eaLnBrk="1" latinLnBrk="0" hangingPunct="1">
        <a:spcBef>
          <a:spcPts val="0"/>
        </a:spcBef>
        <a:buFont typeface="Arial" panose="020B0604020202020204" pitchFamily="34" charset="0"/>
        <a:buChar char="​"/>
        <a:defRPr sz="4000" kern="0">
          <a:solidFill>
            <a:schemeClr val="tx1"/>
          </a:solidFill>
          <a:latin typeface="+mj-lt"/>
          <a:ea typeface="+mj-ea"/>
          <a:cs typeface="+mj-cs"/>
        </a:defRPr>
      </a:lvl8pPr>
      <a:lvl9pPr marL="0" indent="0" algn="l" defTabSz="914400" rtl="0" eaLnBrk="1" latinLnBrk="0" hangingPunct="1">
        <a:spcBef>
          <a:spcPts val="300"/>
        </a:spcBef>
        <a:buFont typeface="Arial" panose="020B0604020202020204" pitchFamily="34" charset="0"/>
        <a:buChar char="​"/>
        <a:defRPr sz="5400" kern="0">
          <a:solidFill>
            <a:schemeClr val="tx1"/>
          </a:solidFill>
          <a:latin typeface="+mj-lt"/>
          <a:ea typeface="+mj-ea"/>
          <a:cs typeface="+mj-cs"/>
        </a:defRPr>
      </a:lvl9pPr>
    </p:bodyStyle>
    <p:otherStyle>
      <a:defPPr/>
      <a:lvl1pPr marL="0" algn="l" defTabSz="914400" rtl="0" eaLnBrk="1" latinLnBrk="0" hangingPunct="1">
        <a:defRPr sz="1200" kern="0">
          <a:solidFill>
            <a:schemeClr val="tx1"/>
          </a:solidFill>
          <a:latin typeface="+mn-lt"/>
          <a:ea typeface="+mn-ea"/>
          <a:cs typeface="+mn-cs"/>
        </a:defRPr>
      </a:lvl1pPr>
      <a:lvl2pPr marL="180000" algn="l" defTabSz="914400" rtl="0" eaLnBrk="1" latinLnBrk="0" hangingPunct="1">
        <a:defRPr sz="1200" kern="0">
          <a:solidFill>
            <a:schemeClr val="tx1"/>
          </a:solidFill>
          <a:latin typeface="+mn-lt"/>
          <a:ea typeface="+mn-ea"/>
          <a:cs typeface="+mn-cs"/>
        </a:defRPr>
      </a:lvl2pPr>
      <a:lvl3pPr marL="360000" algn="l" defTabSz="914400" rtl="0" eaLnBrk="1" latinLnBrk="0" hangingPunct="1">
        <a:defRPr sz="1200" kern="0">
          <a:solidFill>
            <a:schemeClr val="tx1"/>
          </a:solidFill>
          <a:latin typeface="+mn-lt"/>
          <a:ea typeface="+mn-ea"/>
          <a:cs typeface="+mn-cs"/>
        </a:defRPr>
      </a:lvl3pPr>
      <a:lvl4pPr marL="540000" algn="l" defTabSz="914400" rtl="0" eaLnBrk="1" latinLnBrk="0" hangingPunct="1">
        <a:defRPr sz="1200" kern="0">
          <a:solidFill>
            <a:schemeClr val="tx1"/>
          </a:solidFill>
          <a:latin typeface="+mn-lt"/>
          <a:ea typeface="+mn-ea"/>
          <a:cs typeface="+mn-cs"/>
        </a:defRPr>
      </a:lvl4pPr>
      <a:lvl5pPr marL="720000" algn="l" defTabSz="914400" rtl="0" eaLnBrk="1" latinLnBrk="0" hangingPunct="1">
        <a:defRPr sz="1200" kern="0">
          <a:solidFill>
            <a:schemeClr val="tx1"/>
          </a:solidFill>
          <a:latin typeface="+mn-lt"/>
          <a:ea typeface="+mn-ea"/>
          <a:cs typeface="+mn-cs"/>
        </a:defRPr>
      </a:lvl5pPr>
      <a:lvl6pPr marL="900000" algn="l" defTabSz="914400" rtl="0" eaLnBrk="1" latinLnBrk="0" hangingPunct="1">
        <a:defRPr sz="1200" kern="0">
          <a:solidFill>
            <a:schemeClr val="tx1"/>
          </a:solidFill>
          <a:latin typeface="+mn-lt"/>
          <a:ea typeface="+mn-ea"/>
          <a:cs typeface="+mn-cs"/>
        </a:defRPr>
      </a:lvl6pPr>
      <a:lvl7pPr marL="1080000" algn="l" defTabSz="914400" rtl="0" eaLnBrk="1" latinLnBrk="0" hangingPunct="1">
        <a:defRPr sz="1200" kern="0">
          <a:solidFill>
            <a:schemeClr val="tx1"/>
          </a:solidFill>
          <a:latin typeface="+mn-lt"/>
          <a:ea typeface="+mn-ea"/>
          <a:cs typeface="+mn-cs"/>
        </a:defRPr>
      </a:lvl7pPr>
      <a:lvl8pPr marL="1260000" algn="l" defTabSz="914400" rtl="0" eaLnBrk="1" latinLnBrk="0" hangingPunct="1">
        <a:defRPr sz="1200" kern="0">
          <a:solidFill>
            <a:schemeClr val="tx1"/>
          </a:solidFill>
          <a:latin typeface="+mn-lt"/>
          <a:ea typeface="+mn-ea"/>
          <a:cs typeface="+mn-cs"/>
        </a:defRPr>
      </a:lvl8pPr>
      <a:lvl9pPr marL="1440000" algn="l" defTabSz="91440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4032">
          <p15:clr>
            <a:srgbClr val="F26B43"/>
          </p15:clr>
        </p15:guide>
        <p15:guide id="3" pos="288">
          <p15:clr>
            <a:srgbClr val="F26B43"/>
          </p15:clr>
        </p15:guide>
        <p15:guide id="4" pos="73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4/relationships/chartEx" Target="../charts/chartEx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normAutofit/>
          </a:bodyPr>
          <a:lstStyle/>
          <a:p>
            <a:r>
              <a:t>Insert-Fidelity spike deck</a:t>
            </a:r>
          </a:p>
        </p:txBody>
      </p:sp>
      <p:sp>
        <p:nvSpPr>
          <p:cNvPr id="3" name="Text Placeholder 2"/>
          <p:cNvSpPr>
            <a:spLocks noGrp="1"/>
          </p:cNvSpPr>
          <p:nvPr>
            <p:ph type="body" idx="11" sz="quarter"/>
          </p:nvPr>
        </p:nvSpPr>
        <p:spPr/>
        <p:txBody>
          <a:bodyPr wrap="square"/>
          <a:lstStyle/>
          <a:p>
            <a:pPr marL="0" indent="0">
              <a:buNone/>
            </a:pPr>
            <a:r>
              <a:t>chartEx, Freeform-Icons, Tabelle, Waterfall, Locale</a:t>
            </a:r>
          </a:p>
        </p:txBody>
      </p:sp>
      <p:sp>
        <p:nvSpPr>
          <p:cNvPr id="4" name="Text Placeholder 3"/>
          <p:cNvSpPr>
            <a:spLocks noGrp="1"/>
          </p:cNvSpPr>
          <p:nvPr>
            <p:ph type="body" idx="13"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ChartEx treemap must render after the base64 insert roundtrip</a:t>
            </a:r>
          </a:p>
        </p:txBody>
      </p:sp>
      <p:graphicFrame>
        <p:nvGraphicFramePr>
          <p:cNvPr id="3" name="Treemap"/>
          <p:cNvGraphicFramePr/>
          <p:nvPr/>
        </p:nvGraphicFramePr>
        <p:xfrm>
          <a:off x="457200" y="1408176"/>
          <a:ext cx="11277295" cy="4594860"/>
        </p:xfrm>
        <a:graphic>
          <a:graphicData uri="http://schemas.microsoft.com/office/drawing/2014/chartex">
            <cx:chart xmlns:cx="http://schemas.microsoft.com/office/drawing/2014/chartex" r:id="rId2"/>
          </a:graphicData>
        </a:graphic>
      </p:graphicFrame>
      <p:sp>
        <p:nvSpPr>
          <p:cNvPr id="4"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Spike asset.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Icon freeforms on every KPI card must survive the insert</a:t>
            </a:r>
          </a:p>
        </p:txBody>
      </p:sp>
      <p:sp>
        <p:nvSpPr>
          <p:cNvPr id="3" name="Content Placeholder 2"/>
          <p:cNvSpPr>
            <a:spLocks noGrp="1"/>
          </p:cNvSpPr>
          <p:nvPr>
            <p:ph idx="11"/>
          </p:nvPr>
        </p:nvSpPr>
        <p:spPr>
          <a:xfrm>
            <a:off x="457200" y="1409700"/>
            <a:ext cx="2476500" cy="4593336"/>
          </a:xfrm>
          <a:solidFill>
            <a:srgbClr val="F7F3EE"/>
          </a:solidFill>
          <a:ln>
            <a:noFill/>
          </a:ln>
        </p:spPr>
        <p:txBody>
          <a:bodyPr wrap="square" lIns="182880" tIns="822959" rIns="183600" bIns="183600"/>
          <a:lstStyle/>
          <a:p>
            <a:pPr lvl="5" marL="0" indent="0">
              <a:spcAft>
                <a:spcPts val="600"/>
              </a:spcAft>
              <a:buNone/>
            </a:pPr>
            <a:r>
              <a:rPr sz="1200" b="0"/>
              <a:t>Umsatz</a:t>
            </a:r>
          </a:p>
          <a:p>
            <a:pPr lvl="6" marL="0" indent="0">
              <a:buNone/>
            </a:pPr>
            <a:r>
              <a:rPr sz="2600"/>
              <a:t>12.000</a:t>
            </a:r>
          </a:p>
          <a:p>
            <a:pPr lvl="5" marL="0" indent="0">
              <a:spcBef>
                <a:spcPts val="600"/>
              </a:spcBef>
              <a:buNone/>
            </a:pPr>
            <a:r>
              <a:rPr sz="1200" b="0"/>
              <a:t>+5%</a:t>
            </a:r>
          </a:p>
        </p:txBody>
      </p:sp>
      <p:sp>
        <p:nvSpPr>
          <p:cNvPr id="4" name="Content Placeholder 3"/>
          <p:cNvSpPr>
            <a:spLocks noGrp="1"/>
          </p:cNvSpPr>
          <p:nvPr>
            <p:ph idx="12"/>
          </p:nvPr>
        </p:nvSpPr>
        <p:spPr>
          <a:xfrm>
            <a:off x="3390900" y="1409700"/>
            <a:ext cx="2476500" cy="4593336"/>
          </a:xfrm>
          <a:solidFill>
            <a:srgbClr val="F7F3EE"/>
          </a:solidFill>
          <a:ln>
            <a:noFill/>
          </a:ln>
        </p:spPr>
        <p:txBody>
          <a:bodyPr wrap="square" lIns="182880" tIns="822959" rIns="183600" bIns="183600"/>
          <a:lstStyle/>
          <a:p>
            <a:pPr lvl="5" marL="0" indent="0">
              <a:spcAft>
                <a:spcPts val="600"/>
              </a:spcAft>
              <a:buNone/>
            </a:pPr>
            <a:r>
              <a:rPr sz="1200" b="0"/>
              <a:t>Marge</a:t>
            </a:r>
          </a:p>
          <a:p>
            <a:pPr lvl="6" marL="0" indent="0">
              <a:buNone/>
            </a:pPr>
            <a:r>
              <a:rPr sz="2600"/>
              <a:t>14%</a:t>
            </a:r>
          </a:p>
          <a:p>
            <a:pPr lvl="5" marL="0" indent="0">
              <a:spcBef>
                <a:spcPts val="600"/>
              </a:spcBef>
              <a:buNone/>
            </a:pPr>
            <a:r>
              <a:rPr sz="1200" b="0"/>
              <a:t>+1pp</a:t>
            </a:r>
          </a:p>
        </p:txBody>
      </p:sp>
      <p:sp>
        <p:nvSpPr>
          <p:cNvPr id="5" name="Content Placeholder 4"/>
          <p:cNvSpPr>
            <a:spLocks noGrp="1"/>
          </p:cNvSpPr>
          <p:nvPr>
            <p:ph idx="13" sz="quarter"/>
          </p:nvPr>
        </p:nvSpPr>
        <p:spPr>
          <a:xfrm>
            <a:off x="6324600" y="1409700"/>
            <a:ext cx="2476500" cy="4593336"/>
          </a:xfrm>
          <a:solidFill>
            <a:srgbClr val="F7F3EE"/>
          </a:solidFill>
          <a:ln>
            <a:noFill/>
          </a:ln>
        </p:spPr>
        <p:txBody>
          <a:bodyPr wrap="square" lIns="182880" tIns="822959" rIns="183600" bIns="183600"/>
          <a:lstStyle/>
          <a:p>
            <a:pPr lvl="5" marL="0" indent="0">
              <a:spcAft>
                <a:spcPts val="600"/>
              </a:spcAft>
              <a:buNone/>
            </a:pPr>
            <a:r>
              <a:rPr sz="1200" b="0"/>
              <a:t>Kunden</a:t>
            </a:r>
          </a:p>
          <a:p>
            <a:pPr lvl="6" marL="0" indent="0">
              <a:buNone/>
            </a:pPr>
            <a:r>
              <a:rPr sz="2600"/>
              <a:t>8.400</a:t>
            </a:r>
          </a:p>
          <a:p>
            <a:pPr lvl="5" marL="0" indent="0">
              <a:spcBef>
                <a:spcPts val="600"/>
              </a:spcBef>
              <a:buNone/>
            </a:pPr>
            <a:r>
              <a:rPr sz="1200" b="0"/>
              <a:t>+12%</a:t>
            </a:r>
          </a:p>
        </p:txBody>
      </p:sp>
      <p:sp>
        <p:nvSpPr>
          <p:cNvPr id="6" name="Content Placeholder 5"/>
          <p:cNvSpPr>
            <a:spLocks noGrp="1"/>
          </p:cNvSpPr>
          <p:nvPr>
            <p:ph idx="14"/>
          </p:nvPr>
        </p:nvSpPr>
        <p:spPr>
          <a:xfrm>
            <a:off x="9258300" y="1409700"/>
            <a:ext cx="2476500" cy="4593336"/>
          </a:xfrm>
          <a:solidFill>
            <a:srgbClr val="F7F3EE"/>
          </a:solidFill>
          <a:ln>
            <a:noFill/>
          </a:ln>
        </p:spPr>
        <p:txBody>
          <a:bodyPr wrap="square" lIns="182880" tIns="822959" rIns="183600" bIns="183600"/>
          <a:lstStyle/>
          <a:p>
            <a:pPr lvl="5" marL="0" indent="0">
              <a:spcAft>
                <a:spcPts val="600"/>
              </a:spcAft>
              <a:buNone/>
            </a:pPr>
            <a:r>
              <a:rPr sz="1200" b="0"/>
              <a:t>NPS</a:t>
            </a:r>
          </a:p>
          <a:p>
            <a:pPr lvl="6" marL="0" indent="0">
              <a:buNone/>
            </a:pPr>
            <a:r>
              <a:rPr sz="2600"/>
              <a:t>41</a:t>
            </a:r>
          </a:p>
          <a:p>
            <a:pPr lvl="5" marL="0" indent="0">
              <a:spcBef>
                <a:spcPts val="600"/>
              </a:spcBef>
              <a:buNone/>
            </a:pPr>
            <a:r>
              <a:rPr sz="1200" b="0"/>
              <a:t>+6</a:t>
            </a:r>
          </a:p>
        </p:txBody>
      </p:sp>
      <p:sp>
        <p:nvSpPr>
          <p:cNvPr id="1001" name="icon-coins"/>
          <p:cNvSpPr/>
          <p:nvPr/>
        </p:nvSpPr>
        <p:spPr>
          <a:xfrm>
            <a:off x="640080" y="1592580"/>
            <a:ext cx="457200" cy="457200"/>
          </a:xfrm>
          <a:custGeom>
            <a:avLst/>
            <a:gdLst/>
            <a:ahLst/>
            <a:rect l="0" t="0" r="457200" b="457200"/>
            <a:pathLst>
              <a:path w="457200" h="457200">
                <a:moveTo>
                  <a:pt x="252412" y="71438"/>
                </a:moveTo>
                <a:cubicBezTo>
                  <a:pt x="252412" y="79797"/>
                  <a:pt x="247571" y="88011"/>
                  <a:pt x="238375" y="95250"/>
                </a:cubicBezTo>
                <a:cubicBezTo>
                  <a:pt x="229180" y="102489"/>
                  <a:pt x="215952" y="108502"/>
                  <a:pt x="200025" y="112682"/>
                </a:cubicBezTo>
                <a:cubicBezTo>
                  <a:pt x="184098" y="116862"/>
                  <a:pt x="166028" y="119062"/>
                  <a:pt x="147638" y="119062"/>
                </a:cubicBezTo>
                <a:cubicBezTo>
                  <a:pt x="129247" y="119062"/>
                  <a:pt x="111177" y="116862"/>
                  <a:pt x="95250" y="112682"/>
                </a:cubicBezTo>
                <a:cubicBezTo>
                  <a:pt x="79323" y="108502"/>
                  <a:pt x="66095" y="102489"/>
                  <a:pt x="56900" y="95250"/>
                </a:cubicBezTo>
                <a:cubicBezTo>
                  <a:pt x="47704" y="88011"/>
                  <a:pt x="42863" y="79797"/>
                  <a:pt x="42862" y="71438"/>
                </a:cubicBezTo>
                <a:cubicBezTo>
                  <a:pt x="42862" y="63078"/>
                  <a:pt x="47704" y="54864"/>
                  <a:pt x="56900" y="47625"/>
                </a:cubicBezTo>
                <a:cubicBezTo>
                  <a:pt x="66095" y="40386"/>
                  <a:pt x="79323" y="34373"/>
                  <a:pt x="95250" y="30193"/>
                </a:cubicBezTo>
                <a:cubicBezTo>
                  <a:pt x="111177" y="26013"/>
                  <a:pt x="129247" y="23812"/>
                  <a:pt x="147637" y="23812"/>
                </a:cubicBezTo>
                <a:cubicBezTo>
                  <a:pt x="166028" y="23812"/>
                  <a:pt x="184098" y="26013"/>
                  <a:pt x="200025" y="30193"/>
                </a:cubicBezTo>
                <a:cubicBezTo>
                  <a:pt x="215952" y="34373"/>
                  <a:pt x="229180" y="40386"/>
                  <a:pt x="238375" y="47625"/>
                </a:cubicBezTo>
                <a:cubicBezTo>
                  <a:pt x="247571" y="54864"/>
                  <a:pt x="252412" y="63078"/>
                  <a:pt x="252412" y="71437"/>
                </a:cubicBezTo>
                <a:close/>
                <a:moveTo>
                  <a:pt x="252412" y="71438"/>
                </a:moveTo>
                <a:lnTo>
                  <a:pt x="252412" y="138112"/>
                </a:lnTo>
                <a:cubicBezTo>
                  <a:pt x="252412" y="164411"/>
                  <a:pt x="205502" y="185738"/>
                  <a:pt x="147638" y="185738"/>
                </a:cubicBezTo>
                <a:cubicBezTo>
                  <a:pt x="89773" y="185738"/>
                  <a:pt x="42862" y="164411"/>
                  <a:pt x="42862" y="138112"/>
                </a:cubicBezTo>
                <a:lnTo>
                  <a:pt x="42862" y="71438"/>
                </a:lnTo>
                <a:moveTo>
                  <a:pt x="214312" y="241525"/>
                </a:moveTo>
                <a:cubicBezTo>
                  <a:pt x="196196" y="248326"/>
                  <a:pt x="172964" y="252412"/>
                  <a:pt x="147638" y="252412"/>
                </a:cubicBezTo>
                <a:cubicBezTo>
                  <a:pt x="89773" y="252412"/>
                  <a:pt x="42862" y="231086"/>
                  <a:pt x="42862" y="204788"/>
                </a:cubicBezTo>
                <a:lnTo>
                  <a:pt x="42862" y="138112"/>
                </a:lnTo>
                <a:moveTo>
                  <a:pt x="214303" y="308200"/>
                </a:moveTo>
                <a:cubicBezTo>
                  <a:pt x="196196" y="315001"/>
                  <a:pt x="172964" y="319088"/>
                  <a:pt x="147638" y="319088"/>
                </a:cubicBezTo>
                <a:cubicBezTo>
                  <a:pt x="89773" y="319088"/>
                  <a:pt x="42862" y="297761"/>
                  <a:pt x="42862" y="271462"/>
                </a:cubicBezTo>
                <a:lnTo>
                  <a:pt x="42862" y="204788"/>
                </a:lnTo>
                <a:moveTo>
                  <a:pt x="214312" y="374875"/>
                </a:moveTo>
                <a:cubicBezTo>
                  <a:pt x="196196" y="381676"/>
                  <a:pt x="172964" y="385762"/>
                  <a:pt x="147638" y="385762"/>
                </a:cubicBezTo>
                <a:cubicBezTo>
                  <a:pt x="89773" y="385762"/>
                  <a:pt x="42862" y="364436"/>
                  <a:pt x="42862" y="338138"/>
                </a:cubicBezTo>
                <a:lnTo>
                  <a:pt x="42862" y="271462"/>
                </a:lnTo>
                <a:moveTo>
                  <a:pt x="423862" y="195262"/>
                </a:moveTo>
                <a:cubicBezTo>
                  <a:pt x="423862" y="203622"/>
                  <a:pt x="419021" y="211836"/>
                  <a:pt x="409825" y="219075"/>
                </a:cubicBezTo>
                <a:cubicBezTo>
                  <a:pt x="400630" y="226314"/>
                  <a:pt x="387402" y="232327"/>
                  <a:pt x="371475" y="236507"/>
                </a:cubicBezTo>
                <a:cubicBezTo>
                  <a:pt x="355548" y="240687"/>
                  <a:pt x="337478" y="242888"/>
                  <a:pt x="319088" y="242888"/>
                </a:cubicBezTo>
                <a:cubicBezTo>
                  <a:pt x="300697" y="242888"/>
                  <a:pt x="282627" y="240687"/>
                  <a:pt x="266700" y="236507"/>
                </a:cubicBezTo>
                <a:cubicBezTo>
                  <a:pt x="250773" y="232327"/>
                  <a:pt x="237545" y="226314"/>
                  <a:pt x="228350" y="219075"/>
                </a:cubicBezTo>
                <a:cubicBezTo>
                  <a:pt x="219154" y="211836"/>
                  <a:pt x="214312" y="203622"/>
                  <a:pt x="214312" y="195262"/>
                </a:cubicBezTo>
                <a:cubicBezTo>
                  <a:pt x="214312" y="186903"/>
                  <a:pt x="219154" y="178689"/>
                  <a:pt x="228350" y="171450"/>
                </a:cubicBezTo>
                <a:cubicBezTo>
                  <a:pt x="237545" y="164211"/>
                  <a:pt x="250773" y="158198"/>
                  <a:pt x="266700" y="154018"/>
                </a:cubicBezTo>
                <a:cubicBezTo>
                  <a:pt x="282627" y="149838"/>
                  <a:pt x="300697" y="147638"/>
                  <a:pt x="319088" y="147638"/>
                </a:cubicBezTo>
                <a:cubicBezTo>
                  <a:pt x="337478" y="147638"/>
                  <a:pt x="355548" y="149838"/>
                  <a:pt x="371475" y="154018"/>
                </a:cubicBezTo>
                <a:cubicBezTo>
                  <a:pt x="387402" y="158198"/>
                  <a:pt x="400630" y="164211"/>
                  <a:pt x="409825" y="171450"/>
                </a:cubicBezTo>
                <a:cubicBezTo>
                  <a:pt x="419021" y="178689"/>
                  <a:pt x="423862" y="186903"/>
                  <a:pt x="423862" y="195262"/>
                </a:cubicBezTo>
                <a:close/>
                <a:moveTo>
                  <a:pt x="423862" y="195262"/>
                </a:moveTo>
                <a:lnTo>
                  <a:pt x="423862" y="261938"/>
                </a:lnTo>
                <a:cubicBezTo>
                  <a:pt x="423862" y="288236"/>
                  <a:pt x="376952" y="309562"/>
                  <a:pt x="319088" y="309562"/>
                </a:cubicBezTo>
                <a:cubicBezTo>
                  <a:pt x="261223" y="309562"/>
                  <a:pt x="214312" y="288236"/>
                  <a:pt x="214312" y="261938"/>
                </a:cubicBezTo>
                <a:lnTo>
                  <a:pt x="214312" y="195262"/>
                </a:lnTo>
                <a:moveTo>
                  <a:pt x="423862" y="261938"/>
                </a:moveTo>
                <a:lnTo>
                  <a:pt x="423862" y="328612"/>
                </a:lnTo>
                <a:cubicBezTo>
                  <a:pt x="423862" y="354911"/>
                  <a:pt x="376952" y="376238"/>
                  <a:pt x="319088" y="376238"/>
                </a:cubicBezTo>
                <a:cubicBezTo>
                  <a:pt x="261223" y="376238"/>
                  <a:pt x="214312" y="354911"/>
                  <a:pt x="214312" y="328612"/>
                </a:cubicBezTo>
                <a:lnTo>
                  <a:pt x="214312" y="261938"/>
                </a:lnTo>
                <a:moveTo>
                  <a:pt x="423862" y="328612"/>
                </a:moveTo>
                <a:lnTo>
                  <a:pt x="423862" y="395288"/>
                </a:lnTo>
                <a:cubicBezTo>
                  <a:pt x="423862" y="421586"/>
                  <a:pt x="376952" y="442912"/>
                  <a:pt x="319088" y="442912"/>
                </a:cubicBezTo>
                <a:cubicBezTo>
                  <a:pt x="261223" y="442912"/>
                  <a:pt x="214312" y="421586"/>
                  <a:pt x="214312" y="395288"/>
                </a:cubicBezTo>
                <a:lnTo>
                  <a:pt x="214312" y="328612"/>
                </a:lnTo>
              </a:path>
            </a:pathLst>
          </a:custGeom>
          <a:noFill/>
          <a:ln w="12700" cap="rnd">
            <a:solidFill>
              <a:srgbClr val="000F47"/>
            </a:solidFill>
            <a:round/>
          </a:ln>
        </p:spPr>
        <p:txBody>
          <a:bodyPr/>
          <a:lstStyle/>
          <a:p/>
        </p:txBody>
      </p:sp>
      <p:sp>
        <p:nvSpPr>
          <p:cNvPr id="1002" name="icon-percentage-38"/>
          <p:cNvSpPr/>
          <p:nvPr/>
        </p:nvSpPr>
        <p:spPr>
          <a:xfrm>
            <a:off x="3573780" y="1592580"/>
            <a:ext cx="457200" cy="457200"/>
          </a:xfrm>
          <a:custGeom>
            <a:avLst/>
            <a:gdLst/>
            <a:ahLst/>
            <a:rect l="0" t="0" r="457200" b="457200"/>
            <a:pathLst>
              <a:path w="457200" h="457200">
                <a:moveTo>
                  <a:pt x="442912" y="233362"/>
                </a:moveTo>
                <a:cubicBezTo>
                  <a:pt x="442912" y="270143"/>
                  <a:pt x="433229" y="306284"/>
                  <a:pt x="414838" y="338138"/>
                </a:cubicBezTo>
                <a:cubicBezTo>
                  <a:pt x="396448" y="369991"/>
                  <a:pt x="369991" y="396448"/>
                  <a:pt x="338138" y="414838"/>
                </a:cubicBezTo>
                <a:cubicBezTo>
                  <a:pt x="306284" y="433229"/>
                  <a:pt x="270143" y="442912"/>
                  <a:pt x="233362" y="442912"/>
                </a:cubicBezTo>
                <a:cubicBezTo>
                  <a:pt x="196582" y="442912"/>
                  <a:pt x="160441" y="433229"/>
                  <a:pt x="128588" y="414838"/>
                </a:cubicBezTo>
                <a:cubicBezTo>
                  <a:pt x="96734" y="396448"/>
                  <a:pt x="70277" y="369991"/>
                  <a:pt x="51887" y="338138"/>
                </a:cubicBezTo>
                <a:cubicBezTo>
                  <a:pt x="33496" y="306284"/>
                  <a:pt x="23813" y="270143"/>
                  <a:pt x="23812" y="233363"/>
                </a:cubicBezTo>
                <a:cubicBezTo>
                  <a:pt x="23812" y="196582"/>
                  <a:pt x="33496" y="160441"/>
                  <a:pt x="51887" y="128588"/>
                </a:cubicBezTo>
                <a:cubicBezTo>
                  <a:pt x="70277" y="96734"/>
                  <a:pt x="96734" y="70277"/>
                  <a:pt x="128587" y="51887"/>
                </a:cubicBezTo>
                <a:cubicBezTo>
                  <a:pt x="160441" y="33496"/>
                  <a:pt x="196582" y="23813"/>
                  <a:pt x="233362" y="23812"/>
                </a:cubicBezTo>
                <a:cubicBezTo>
                  <a:pt x="270143" y="23812"/>
                  <a:pt x="306284" y="33496"/>
                  <a:pt x="338138" y="51887"/>
                </a:cubicBezTo>
                <a:cubicBezTo>
                  <a:pt x="369991" y="70277"/>
                  <a:pt x="396448" y="96734"/>
                  <a:pt x="414838" y="128588"/>
                </a:cubicBezTo>
                <a:cubicBezTo>
                  <a:pt x="433229" y="160441"/>
                  <a:pt x="442912" y="196582"/>
                  <a:pt x="442912" y="233362"/>
                </a:cubicBezTo>
                <a:close/>
                <a:moveTo>
                  <a:pt x="195262" y="157162"/>
                </a:moveTo>
                <a:cubicBezTo>
                  <a:pt x="195262" y="163850"/>
                  <a:pt x="193502" y="170421"/>
                  <a:pt x="190158" y="176212"/>
                </a:cubicBezTo>
                <a:cubicBezTo>
                  <a:pt x="186814" y="182004"/>
                  <a:pt x="182004" y="186814"/>
                  <a:pt x="176212" y="190158"/>
                </a:cubicBezTo>
                <a:cubicBezTo>
                  <a:pt x="170421" y="193502"/>
                  <a:pt x="163850" y="195262"/>
                  <a:pt x="157162" y="195262"/>
                </a:cubicBezTo>
                <a:cubicBezTo>
                  <a:pt x="150475" y="195262"/>
                  <a:pt x="143904" y="193502"/>
                  <a:pt x="138112" y="190158"/>
                </a:cubicBezTo>
                <a:cubicBezTo>
                  <a:pt x="132321" y="186814"/>
                  <a:pt x="127511" y="182004"/>
                  <a:pt x="124167" y="176212"/>
                </a:cubicBezTo>
                <a:cubicBezTo>
                  <a:pt x="120823" y="170421"/>
                  <a:pt x="119062" y="163850"/>
                  <a:pt x="119062" y="157162"/>
                </a:cubicBezTo>
                <a:cubicBezTo>
                  <a:pt x="119062" y="150475"/>
                  <a:pt x="120823" y="143904"/>
                  <a:pt x="124167" y="138112"/>
                </a:cubicBezTo>
                <a:cubicBezTo>
                  <a:pt x="127511" y="132321"/>
                  <a:pt x="132321" y="127511"/>
                  <a:pt x="138112" y="124167"/>
                </a:cubicBezTo>
                <a:cubicBezTo>
                  <a:pt x="143904" y="120823"/>
                  <a:pt x="150475" y="119062"/>
                  <a:pt x="157162" y="119062"/>
                </a:cubicBezTo>
                <a:cubicBezTo>
                  <a:pt x="163850" y="119062"/>
                  <a:pt x="170421" y="120823"/>
                  <a:pt x="176212" y="124167"/>
                </a:cubicBezTo>
                <a:cubicBezTo>
                  <a:pt x="182004" y="127511"/>
                  <a:pt x="186814" y="132321"/>
                  <a:pt x="190158" y="138112"/>
                </a:cubicBezTo>
                <a:cubicBezTo>
                  <a:pt x="193502" y="143904"/>
                  <a:pt x="195262" y="150475"/>
                  <a:pt x="195262" y="157162"/>
                </a:cubicBezTo>
                <a:close/>
                <a:moveTo>
                  <a:pt x="347662" y="309562"/>
                </a:moveTo>
                <a:cubicBezTo>
                  <a:pt x="347662" y="316250"/>
                  <a:pt x="345902" y="322821"/>
                  <a:pt x="342558" y="328612"/>
                </a:cubicBezTo>
                <a:cubicBezTo>
                  <a:pt x="339214" y="334404"/>
                  <a:pt x="334404" y="339214"/>
                  <a:pt x="328612" y="342558"/>
                </a:cubicBezTo>
                <a:cubicBezTo>
                  <a:pt x="322821" y="345902"/>
                  <a:pt x="316250" y="347662"/>
                  <a:pt x="309562" y="347662"/>
                </a:cubicBezTo>
                <a:cubicBezTo>
                  <a:pt x="302875" y="347662"/>
                  <a:pt x="296304" y="345902"/>
                  <a:pt x="290512" y="342558"/>
                </a:cubicBezTo>
                <a:cubicBezTo>
                  <a:pt x="284721" y="339214"/>
                  <a:pt x="279911" y="334404"/>
                  <a:pt x="276567" y="328612"/>
                </a:cubicBezTo>
                <a:cubicBezTo>
                  <a:pt x="273223" y="322821"/>
                  <a:pt x="271462" y="316250"/>
                  <a:pt x="271462" y="309562"/>
                </a:cubicBezTo>
                <a:cubicBezTo>
                  <a:pt x="271462" y="302875"/>
                  <a:pt x="273223" y="296304"/>
                  <a:pt x="276567" y="290512"/>
                </a:cubicBezTo>
                <a:cubicBezTo>
                  <a:pt x="279911" y="284721"/>
                  <a:pt x="284721" y="279911"/>
                  <a:pt x="290512" y="276567"/>
                </a:cubicBezTo>
                <a:cubicBezTo>
                  <a:pt x="296304" y="273223"/>
                  <a:pt x="302875" y="271462"/>
                  <a:pt x="309562" y="271462"/>
                </a:cubicBezTo>
                <a:cubicBezTo>
                  <a:pt x="316250" y="271462"/>
                  <a:pt x="322821" y="273223"/>
                  <a:pt x="328612" y="276567"/>
                </a:cubicBezTo>
                <a:cubicBezTo>
                  <a:pt x="334404" y="279911"/>
                  <a:pt x="339214" y="284721"/>
                  <a:pt x="342558" y="290512"/>
                </a:cubicBezTo>
                <a:cubicBezTo>
                  <a:pt x="345902" y="296304"/>
                  <a:pt x="347662" y="302875"/>
                  <a:pt x="347662" y="309562"/>
                </a:cubicBezTo>
                <a:close/>
                <a:moveTo>
                  <a:pt x="157162" y="309562"/>
                </a:moveTo>
                <a:lnTo>
                  <a:pt x="309562" y="157162"/>
                </a:lnTo>
              </a:path>
            </a:pathLst>
          </a:custGeom>
          <a:noFill/>
          <a:ln w="12700" cap="rnd">
            <a:solidFill>
              <a:srgbClr val="000F47"/>
            </a:solidFill>
            <a:round/>
          </a:ln>
        </p:spPr>
        <p:txBody>
          <a:bodyPr/>
          <a:lstStyle/>
          <a:p/>
        </p:txBody>
      </p:sp>
      <p:sp>
        <p:nvSpPr>
          <p:cNvPr id="1003" name="icon-group"/>
          <p:cNvSpPr/>
          <p:nvPr/>
        </p:nvSpPr>
        <p:spPr>
          <a:xfrm>
            <a:off x="6507480" y="1592580"/>
            <a:ext cx="457200" cy="457200"/>
          </a:xfrm>
          <a:custGeom>
            <a:avLst/>
            <a:gdLst/>
            <a:ahLst/>
            <a:rect l="0" t="0" r="457200" b="457200"/>
            <a:pathLst>
              <a:path w="457200" h="457200">
                <a:moveTo>
                  <a:pt x="147638" y="147638"/>
                </a:moveTo>
                <a:lnTo>
                  <a:pt x="261938" y="147638"/>
                </a:lnTo>
                <a:lnTo>
                  <a:pt x="261938" y="261938"/>
                </a:lnTo>
                <a:lnTo>
                  <a:pt x="147638" y="261938"/>
                </a:lnTo>
                <a:close/>
                <a:moveTo>
                  <a:pt x="404812" y="100012"/>
                </a:moveTo>
                <a:lnTo>
                  <a:pt x="404812" y="366712"/>
                </a:lnTo>
                <a:moveTo>
                  <a:pt x="100012" y="61912"/>
                </a:moveTo>
                <a:lnTo>
                  <a:pt x="366712" y="61912"/>
                </a:lnTo>
                <a:moveTo>
                  <a:pt x="100012" y="404812"/>
                </a:moveTo>
                <a:lnTo>
                  <a:pt x="366712" y="404812"/>
                </a:lnTo>
                <a:moveTo>
                  <a:pt x="61912" y="366712"/>
                </a:moveTo>
                <a:lnTo>
                  <a:pt x="61912" y="100012"/>
                </a:lnTo>
                <a:moveTo>
                  <a:pt x="23812" y="23812"/>
                </a:moveTo>
                <a:lnTo>
                  <a:pt x="100012" y="23812"/>
                </a:lnTo>
                <a:lnTo>
                  <a:pt x="100012" y="100012"/>
                </a:lnTo>
                <a:lnTo>
                  <a:pt x="23812" y="100012"/>
                </a:lnTo>
                <a:close/>
                <a:moveTo>
                  <a:pt x="366712" y="23812"/>
                </a:moveTo>
                <a:lnTo>
                  <a:pt x="442912" y="23812"/>
                </a:lnTo>
                <a:lnTo>
                  <a:pt x="442912" y="100012"/>
                </a:lnTo>
                <a:lnTo>
                  <a:pt x="366712" y="100012"/>
                </a:lnTo>
                <a:close/>
                <a:moveTo>
                  <a:pt x="366712" y="366712"/>
                </a:moveTo>
                <a:lnTo>
                  <a:pt x="442912" y="366712"/>
                </a:lnTo>
                <a:lnTo>
                  <a:pt x="442912" y="442912"/>
                </a:lnTo>
                <a:lnTo>
                  <a:pt x="366712" y="442912"/>
                </a:lnTo>
                <a:close/>
                <a:moveTo>
                  <a:pt x="23812" y="366712"/>
                </a:moveTo>
                <a:lnTo>
                  <a:pt x="100012" y="366712"/>
                </a:lnTo>
                <a:lnTo>
                  <a:pt x="100012" y="442912"/>
                </a:lnTo>
                <a:lnTo>
                  <a:pt x="23812" y="442912"/>
                </a:lnTo>
                <a:close/>
                <a:moveTo>
                  <a:pt x="261938" y="204788"/>
                </a:moveTo>
                <a:lnTo>
                  <a:pt x="319088" y="204788"/>
                </a:lnTo>
                <a:lnTo>
                  <a:pt x="319088" y="319088"/>
                </a:lnTo>
                <a:lnTo>
                  <a:pt x="204788" y="319088"/>
                </a:lnTo>
                <a:lnTo>
                  <a:pt x="204788" y="261938"/>
                </a:lnTo>
              </a:path>
            </a:pathLst>
          </a:custGeom>
          <a:noFill/>
          <a:ln w="12700" cap="rnd">
            <a:solidFill>
              <a:srgbClr val="000F47"/>
            </a:solidFill>
            <a:round/>
          </a:ln>
        </p:spPr>
        <p:txBody>
          <a:bodyPr/>
          <a:lstStyle/>
          <a:p/>
        </p:txBody>
      </p:sp>
      <p:sp>
        <p:nvSpPr>
          <p:cNvPr id="1004" name="icon-chat"/>
          <p:cNvSpPr/>
          <p:nvPr/>
        </p:nvSpPr>
        <p:spPr>
          <a:xfrm>
            <a:off x="9441180" y="1592580"/>
            <a:ext cx="457200" cy="457200"/>
          </a:xfrm>
          <a:custGeom>
            <a:avLst/>
            <a:gdLst/>
            <a:ahLst/>
            <a:rect l="0" t="0" r="457200" b="457200"/>
            <a:pathLst>
              <a:path w="457200" h="457200">
                <a:moveTo>
                  <a:pt x="404812" y="42862"/>
                </a:moveTo>
                <a:lnTo>
                  <a:pt x="61912" y="42862"/>
                </a:lnTo>
                <a:cubicBezTo>
                  <a:pt x="55225" y="42862"/>
                  <a:pt x="48654" y="44623"/>
                  <a:pt x="42863" y="47967"/>
                </a:cubicBezTo>
                <a:cubicBezTo>
                  <a:pt x="37071" y="51311"/>
                  <a:pt x="32261" y="56121"/>
                  <a:pt x="28917" y="61912"/>
                </a:cubicBezTo>
                <a:cubicBezTo>
                  <a:pt x="25573" y="67704"/>
                  <a:pt x="23813" y="74275"/>
                  <a:pt x="23812" y="80962"/>
                </a:cubicBezTo>
                <a:lnTo>
                  <a:pt x="23812" y="290512"/>
                </a:lnTo>
                <a:cubicBezTo>
                  <a:pt x="23812" y="297200"/>
                  <a:pt x="25573" y="303771"/>
                  <a:pt x="28917" y="309562"/>
                </a:cubicBezTo>
                <a:cubicBezTo>
                  <a:pt x="32261" y="315354"/>
                  <a:pt x="37071" y="320164"/>
                  <a:pt x="42862" y="323508"/>
                </a:cubicBezTo>
                <a:cubicBezTo>
                  <a:pt x="48654" y="326852"/>
                  <a:pt x="55225" y="328612"/>
                  <a:pt x="61912" y="328612"/>
                </a:cubicBezTo>
                <a:lnTo>
                  <a:pt x="157162" y="328612"/>
                </a:lnTo>
                <a:lnTo>
                  <a:pt x="233362" y="423862"/>
                </a:lnTo>
                <a:lnTo>
                  <a:pt x="309562" y="328612"/>
                </a:lnTo>
                <a:lnTo>
                  <a:pt x="404812" y="328612"/>
                </a:lnTo>
                <a:cubicBezTo>
                  <a:pt x="411500" y="328612"/>
                  <a:pt x="418071" y="326852"/>
                  <a:pt x="423862" y="323508"/>
                </a:cubicBezTo>
                <a:cubicBezTo>
                  <a:pt x="429654" y="320164"/>
                  <a:pt x="434464" y="315354"/>
                  <a:pt x="437808" y="309562"/>
                </a:cubicBezTo>
                <a:cubicBezTo>
                  <a:pt x="441152" y="303771"/>
                  <a:pt x="442912" y="297200"/>
                  <a:pt x="442912" y="290512"/>
                </a:cubicBezTo>
                <a:lnTo>
                  <a:pt x="442912" y="80962"/>
                </a:lnTo>
                <a:cubicBezTo>
                  <a:pt x="442912" y="74275"/>
                  <a:pt x="441152" y="67704"/>
                  <a:pt x="437808" y="61912"/>
                </a:cubicBezTo>
                <a:cubicBezTo>
                  <a:pt x="434464" y="56121"/>
                  <a:pt x="429654" y="51311"/>
                  <a:pt x="423862" y="47967"/>
                </a:cubicBezTo>
                <a:cubicBezTo>
                  <a:pt x="418071" y="44623"/>
                  <a:pt x="411500" y="42862"/>
                  <a:pt x="404812" y="42862"/>
                </a:cubicBezTo>
              </a:path>
            </a:pathLst>
          </a:custGeom>
          <a:noFill/>
          <a:ln w="12700" cap="rnd">
            <a:solidFill>
              <a:srgbClr val="000F47"/>
            </a:solidFill>
            <a:round/>
          </a:ln>
        </p:spPr>
        <p:txBody>
          <a:bodyPr/>
          <a:lstStyle/>
          <a:p/>
        </p:txBody>
      </p:sp>
      <p:sp>
        <p:nvSpPr>
          <p:cNvPr id="1005"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Spike asset.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Native table cells and header styling must survive the insert</a:t>
            </a:r>
          </a:p>
        </p:txBody>
      </p:sp>
      <p:graphicFrame>
        <p:nvGraphicFramePr>
          <p:cNvPr id="4" name="Content Placeholder 2"/>
          <p:cNvGraphicFramePr>
            <a:graphicFrameLocks noGrp="1"/>
          </p:cNvGraphicFramePr>
          <p:nvPr>
            <p:ph idx="11"/>
          </p:nvPr>
        </p:nvGraphicFramePr>
        <p:xfrm>
          <a:off x="457200" y="1409700"/>
          <a:ext cx="11277600" cy="1408176"/>
        </p:xfrm>
        <a:graphic>
          <a:graphicData uri="http://schemas.openxmlformats.org/drawingml/2006/table">
            <a:tbl>
              <a:tblPr firstRow="1" bandRow="0" lastRow="0" firstCol="0" lastCol="0" bandCol="0">
                <a:tableStyleId>{839DD9DD-9E6C-4910-8AC0-68ADFF6A6AFC}</a:tableStyleId>
              </a:tblPr>
              <a:tblGrid>
                <a:gridCol w="3759200"/>
                <a:gridCol w="3759200"/>
                <a:gridCol w="3759200"/>
              </a:tblGrid>
              <a:tr h="310896">
                <a:tc>
                  <a:txBody>
                    <a:bodyPr wrap="square" anchor="b"/>
                    <a:lstStyle/>
                    <a:p>
                      <a:pPr algn="l"/>
                      <a:r>
                        <a:rPr b="1" sz="1200">
                          <a:solidFill>
                            <a:schemeClr val="tx1"/>
                          </a:solidFill>
                        </a:rPr>
                        <a:t>Region</a:t>
                      </a:r>
                    </a:p>
                  </a:txBody>
                  <a:tcPr/>
                </a:tc>
                <a:tc>
                  <a:txBody>
                    <a:bodyPr wrap="square" anchor="b"/>
                    <a:lstStyle/>
                    <a:p>
                      <a:pPr algn="l"/>
                      <a:r>
                        <a:rPr b="1" sz="1200">
                          <a:solidFill>
                            <a:schemeClr val="tx1"/>
                          </a:solidFill>
                        </a:rPr>
                        <a:t>Umsatz (T€)</a:t>
                      </a:r>
                    </a:p>
                  </a:txBody>
                  <a:tcPr/>
                </a:tc>
                <a:tc>
                  <a:txBody>
                    <a:bodyPr wrap="square" anchor="b"/>
                    <a:lstStyle/>
                    <a:p>
                      <a:pPr algn="l"/>
                      <a:r>
                        <a:rPr b="1" sz="1200">
                          <a:solidFill>
                            <a:schemeClr val="tx1"/>
                          </a:solidFill>
                        </a:rPr>
                        <a:t>Anteil</a:t>
                      </a:r>
                    </a:p>
                  </a:txBody>
                  <a:tcPr/>
                </a:tc>
              </a:tr>
              <a:tr h="274320">
                <a:tc>
                  <a:txBody>
                    <a:bodyPr wrap="square" anchor="t"/>
                    <a:lstStyle/>
                    <a:p>
                      <a:pPr algn="l"/>
                      <a:r>
                        <a:rPr b="0" sz="1200">
                          <a:solidFill>
                            <a:schemeClr val="tx1"/>
                          </a:solidFill>
                        </a:rPr>
                        <a:t>Nord</a:t>
                      </a:r>
                    </a:p>
                  </a:txBody>
                  <a:tcPr/>
                </a:tc>
                <a:tc>
                  <a:txBody>
                    <a:bodyPr wrap="square" anchor="t"/>
                    <a:lstStyle/>
                    <a:p>
                      <a:pPr algn="l"/>
                      <a:r>
                        <a:rPr b="0" sz="1200">
                          <a:solidFill>
                            <a:schemeClr val="tx1"/>
                          </a:solidFill>
                        </a:rPr>
                        <a:t>4.200</a:t>
                      </a:r>
                    </a:p>
                  </a:txBody>
                  <a:tcPr/>
                </a:tc>
                <a:tc>
                  <a:txBody>
                    <a:bodyPr wrap="square" anchor="t"/>
                    <a:lstStyle/>
                    <a:p>
                      <a:pPr algn="l"/>
                      <a:r>
                        <a:rPr b="0" sz="1200">
                          <a:solidFill>
                            <a:schemeClr val="tx1"/>
                          </a:solidFill>
                        </a:rPr>
                        <a:t>35%</a:t>
                      </a:r>
                    </a:p>
                  </a:txBody>
                  <a:tcPr/>
                </a:tc>
              </a:tr>
              <a:tr h="274320">
                <a:tc>
                  <a:txBody>
                    <a:bodyPr wrap="square" anchor="t"/>
                    <a:lstStyle/>
                    <a:p>
                      <a:pPr algn="l"/>
                      <a:r>
                        <a:rPr b="0" sz="1200">
                          <a:solidFill>
                            <a:schemeClr val="tx1"/>
                          </a:solidFill>
                        </a:rPr>
                        <a:t>Süd</a:t>
                      </a:r>
                    </a:p>
                  </a:txBody>
                  <a:tcPr/>
                </a:tc>
                <a:tc>
                  <a:txBody>
                    <a:bodyPr wrap="square" anchor="t"/>
                    <a:lstStyle/>
                    <a:p>
                      <a:pPr algn="l"/>
                      <a:r>
                        <a:rPr b="0" sz="1200">
                          <a:solidFill>
                            <a:schemeClr val="tx1"/>
                          </a:solidFill>
                        </a:rPr>
                        <a:t>3.800</a:t>
                      </a:r>
                    </a:p>
                  </a:txBody>
                  <a:tcPr/>
                </a:tc>
                <a:tc>
                  <a:txBody>
                    <a:bodyPr wrap="square" anchor="t"/>
                    <a:lstStyle/>
                    <a:p>
                      <a:pPr algn="l"/>
                      <a:r>
                        <a:rPr b="0" sz="1200">
                          <a:solidFill>
                            <a:schemeClr val="tx1"/>
                          </a:solidFill>
                        </a:rPr>
                        <a:t>32%</a:t>
                      </a:r>
                    </a:p>
                  </a:txBody>
                  <a:tcPr/>
                </a:tc>
              </a:tr>
              <a:tr h="274320">
                <a:tc>
                  <a:txBody>
                    <a:bodyPr wrap="square" anchor="t"/>
                    <a:lstStyle/>
                    <a:p>
                      <a:pPr algn="l"/>
                      <a:r>
                        <a:rPr b="0" sz="1200">
                          <a:solidFill>
                            <a:schemeClr val="tx1"/>
                          </a:solidFill>
                        </a:rPr>
                        <a:t>West</a:t>
                      </a:r>
                    </a:p>
                  </a:txBody>
                  <a:tcPr/>
                </a:tc>
                <a:tc>
                  <a:txBody>
                    <a:bodyPr wrap="square" anchor="t"/>
                    <a:lstStyle/>
                    <a:p>
                      <a:pPr algn="l"/>
                      <a:r>
                        <a:rPr b="0" sz="1200">
                          <a:solidFill>
                            <a:schemeClr val="tx1"/>
                          </a:solidFill>
                        </a:rPr>
                        <a:t>2.600</a:t>
                      </a:r>
                    </a:p>
                  </a:txBody>
                  <a:tcPr/>
                </a:tc>
                <a:tc>
                  <a:txBody>
                    <a:bodyPr wrap="square" anchor="t"/>
                    <a:lstStyle/>
                    <a:p>
                      <a:pPr algn="l"/>
                      <a:r>
                        <a:rPr b="0" sz="1200">
                          <a:solidFill>
                            <a:schemeClr val="tx1"/>
                          </a:solidFill>
                        </a:rPr>
                        <a:t>22%</a:t>
                      </a:r>
                    </a:p>
                  </a:txBody>
                  <a:tcPr/>
                </a:tc>
              </a:tr>
              <a:tr h="274320">
                <a:tc>
                  <a:txBody>
                    <a:bodyPr wrap="square" anchor="t"/>
                    <a:lstStyle/>
                    <a:p>
                      <a:pPr algn="l"/>
                      <a:r>
                        <a:rPr b="0" sz="1200">
                          <a:solidFill>
                            <a:schemeClr val="tx1"/>
                          </a:solidFill>
                        </a:rPr>
                        <a:t>Ost</a:t>
                      </a:r>
                    </a:p>
                  </a:txBody>
                  <a:tcPr/>
                </a:tc>
                <a:tc>
                  <a:txBody>
                    <a:bodyPr wrap="square" anchor="t"/>
                    <a:lstStyle/>
                    <a:p>
                      <a:pPr algn="l"/>
                      <a:r>
                        <a:rPr b="0" sz="1200">
                          <a:solidFill>
                            <a:schemeClr val="tx1"/>
                          </a:solidFill>
                        </a:rPr>
                        <a:t>1.400</a:t>
                      </a:r>
                    </a:p>
                  </a:txBody>
                  <a:tcPr/>
                </a:tc>
                <a:tc>
                  <a:txBody>
                    <a:bodyPr wrap="square" anchor="t"/>
                    <a:lstStyle/>
                    <a:p>
                      <a:pPr algn="l"/>
                      <a:r>
                        <a:rPr b="0" sz="1200">
                          <a:solidFill>
                            <a:schemeClr val="tx1"/>
                          </a:solidFill>
                        </a:rPr>
                        <a:t>11%</a:t>
                      </a:r>
                    </a:p>
                  </a:txBody>
                  <a:tcPr/>
                </a:tc>
              </a:tr>
            </a:tbl>
          </a:graphicData>
        </a:graphic>
      </p:graphicFrame>
      <p:sp>
        <p:nvSpPr>
          <p:cNvPr id="5"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Spike asset.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Waterfall bridge with de-DE number formatting must survive the insert</a:t>
            </a:r>
          </a:p>
        </p:txBody>
      </p:sp>
      <p:graphicFrame>
        <p:nvGraphicFramePr>
          <p:cNvPr id="3" name="Chart 2"/>
          <p:cNvGraphicFramePr>
            <a:graphicFrameLocks noGrp="1"/>
          </p:cNvGraphicFramePr>
          <p:nvPr/>
        </p:nvGraphicFramePr>
        <p:xfrm>
          <a:off x="457200" y="1408176"/>
          <a:ext cx="11277295" cy="4594860"/>
        </p:xfrm>
        <a:graphic>
          <a:graphicData uri="http://schemas.openxmlformats.org/drawingml/2006/chart">
            <c:chart xmlns:c="http://schemas.openxmlformats.org/drawingml/2006/chart" r:id="rId2"/>
          </a:graphicData>
        </a:graphic>
      </p:graphicFrame>
      <p:sp>
        <p:nvSpPr>
          <p:cNvPr id="4" name="Footnote"/>
          <p:cNvSpPr txBox="1"/>
          <p:nvPr/>
        </p:nvSpPr>
        <p:spPr>
          <a:xfrm>
            <a:off x="457200" y="6185916"/>
            <a:ext cx="11277295" cy="123444"/>
          </a:xfrm>
          <a:prstGeom prst="rect">
            <a:avLst/>
          </a:prstGeom>
          <a:noFill/>
        </p:spPr>
        <p:txBody>
          <a:bodyPr lIns="0" tIns="0" rIns="0" bIns="0" rtlCol="0" anchor="b">
            <a:spAutoFit/>
          </a:bodyPr>
          <a:lstStyle/>
          <a:p>
            <a:pPr algn="l"/>
            <a:r>
              <a:rPr sz="800">
                <a:solidFill>
                  <a:schemeClr val="tx1"/>
                </a:solidFill>
                <a:ea typeface="+mn-lt"/>
                <a:cs typeface="+mn-lt"/>
              </a:rPr>
              <a:t>Spike asset.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W 2026&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Fill&quot;:{&quot;FillType&quot;:0,&quot;Color&quot;:[]}},&quot;Ghost&quot;:{&quot;Font&quot;:{&quot;Color&quot;:[{&quot;Source&quot;:0,&quot;Data&quot;:&quot;Neutral 500&quot;},{&quot;Source&quot;:1,&quot;Data&quot;:&quot;0xB1B6B9&quot;}],&quot;Name&quot;:&quot;+mn-lt&quot;,&quot;Style&quot;:0,&quot;Size&quot;:10}}}"/>
  <p:tag name="DTP_TOOLSPOWERPOINTCONFIG" val="{&quot;ConfigName&quot;:&quot;OW 2026&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Ghost&quot;:{&quot;Font&quot;:{&quot;Color&quot;:[{&quot;Source&quot;:0,&quot;Data&quot;:&quot;Neutral 500&quot;},{&quot;Source&quot;:1,&quot;Data&quot;:&quot;0xB1B6B9&quot;}],&quot;Name&quot;:&quot;+mn-lt&quot;,&quot;Style&quot;:0,&quot;Size&quot;:1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Presentation2" id="{E6E251A3-E572-574C-8026-FC54F2B04F71}" vid="{92B7D7B3-7287-4641-B76B-7C14DC895A62}"/>
    </a:ext>
  </a:extLst>
</a:theme>
</file>

<file path=ppt/theme/theme2.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ppt/theme/theme3.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docProps/app.xml><?xml version="1.0" encoding="utf-8"?>
<Properties xmlns="http://schemas.openxmlformats.org/officeDocument/2006/extended-properties" xmlns:vt="http://schemas.openxmlformats.org/officeDocument/2006/docPropsVTypes">
  <Template>Oliver Wyman</Template>
  <TotalTime>195</TotalTime>
  <Words>0</Words>
  <Application>Microsoft Macintosh PowerPoint</Application>
  <PresentationFormat>Widescreen</PresentationFormat>
  <Paragraphs>0</Paragraphs>
  <Slides>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Noto Sans</vt:lpstr>
      <vt:lpstr>Marsh Serif</vt:lpstr>
      <vt:lpstr>Oliver Wyman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CS PresentationGPT</dc:creator>
  <cp:keywords/>
  <cp:lastModifiedBy>CS PresentationGPT</cp:lastModifiedBy>
  <cp:revision>1</cp:revision>
  <dcterms:created xsi:type="dcterms:W3CDTF">2026-05-06T16:17:50Z</dcterms:created>
  <dcterms:modified xsi:type="dcterms:W3CDTF">2026-05-06T19:33:03Z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2026/03/20</vt:lpwstr>
  </property>
  <property fmtid="{D5CDD505-2E9C-101B-9397-08002B2CF9AE}" pid="3" name="PackageID">
    <vt:lpwstr>OfficeOW@017</vt:lpwstr>
  </property>
  <property fmtid="{D5CDD505-2E9C-101B-9397-08002B2CF9AE}" pid="4" name="MSIP_Label_38f1469a-2c2a-4aee-b92b-090d4c5468ff_Enabled">
    <vt:lpwstr>true</vt:lpwstr>
  </property>
  <property fmtid="{D5CDD505-2E9C-101B-9397-08002B2CF9AE}" pid="5" name="MSIP_Label_38f1469a-2c2a-4aee-b92b-090d4c5468ff_SetDate">
    <vt:lpwstr>2026-05-06T16:17:50Z</vt:lpwstr>
  </property>
  <property fmtid="{D5CDD505-2E9C-101B-9397-08002B2CF9AE}" pid="6" name="MSIP_Label_38f1469a-2c2a-4aee-b92b-090d4c5468ff_Method">
    <vt:lpwstr>Standard</vt:lpwstr>
  </property>
  <property fmtid="{D5CDD505-2E9C-101B-9397-08002B2CF9AE}" pid="7" name="MSIP_Label_38f1469a-2c2a-4aee-b92b-090d4c5468ff_Name">
    <vt:lpwstr>Confidential - Unmarked</vt:lpwstr>
  </property>
  <property fmtid="{D5CDD505-2E9C-101B-9397-08002B2CF9AE}" pid="8" name="MSIP_Label_38f1469a-2c2a-4aee-b92b-090d4c5468ff_SiteId">
    <vt:lpwstr>2a6e6092-73e4-4752-b1a5-477a17f5056d</vt:lpwstr>
  </property>
  <property fmtid="{D5CDD505-2E9C-101B-9397-08002B2CF9AE}" pid="9" name="MSIP_Label_38f1469a-2c2a-4aee-b92b-090d4c5468ff_ActionId">
    <vt:lpwstr>3421ca4e-60a1-4065-98da-5ec5f2f53d80</vt:lpwstr>
  </property>
  <property fmtid="{D5CDD505-2E9C-101B-9397-08002B2CF9AE}" pid="10" name="MSIP_Label_38f1469a-2c2a-4aee-b92b-090d4c5468ff_ContentBits">
    <vt:lpwstr>0</vt:lpwstr>
  </property>
  <property fmtid="{D5CDD505-2E9C-101B-9397-08002B2CF9AE}" pid="11" name="MSIP_Label_38f1469a-2c2a-4aee-b92b-090d4c5468ff_Tag">
    <vt:lpwstr>50, 3, 0, 1</vt:lpwstr>
  </property>
</Properties>
</file>